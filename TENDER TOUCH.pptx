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82" r:id="rId11"/>
    <p:sldId id="283" r:id="rId12"/>
    <p:sldId id="284" r:id="rId13"/>
    <p:sldId id="285" r:id="rId14"/>
    <p:sldId id="286" r:id="rId15"/>
    <p:sldId id="287" r:id="rId16"/>
    <p:sldId id="288" r:id="rId17"/>
    <p:sldId id="290"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7" r:id="rId31"/>
    <p:sldId id="278" r:id="rId32"/>
    <p:sldId id="279" r:id="rId33"/>
    <p:sldId id="280" r:id="rId34"/>
    <p:sldId id="281" r:id="rId35"/>
    <p:sldId id="27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4-07T10:50:39"/>
    </inkml:context>
    <inkml:brush xml:id="br0">
      <inkml:brushProperty name="width" value="0.09701" units="cm"/>
      <inkml:brushProperty name="height" value="0.09701" units="cm"/>
      <inkml:brushProperty name="color" value="#ffffff"/>
      <inkml:brushProperty name="ignorePressure" value="0"/>
    </inkml:brush>
  </inkml:definitions>
  <inkml:trace contextRef="#ctx0" brushRef="#br0">8345.516 2061.548 767,'-11.190'0.000'0,"-0.199"0.000"0,-2.619 3.048-5,-2.577 7.121 3,5.278-2.866 1,-4.592 3.795-1,5.382-4.118 1,-11.028 6.666-3,-0.070-0.080 1,8.370-5.189 1,0.607-0.241 2,2.288-1.510 0,0.468-0.449 0,-12.587 7.955-1,7.683-5.347 3,1.693-1.533 2,2.218-1.552-2,-3.920 1.592 3,26.732-5.638-1,-0.498-1.617-3,1.014-0.020-2,6.366-1.515-2,3.509-4.469 1,4.633-2.582-1,1.021-1.110 0,-1.254-0.121 1,-2.962-0.513-2,-0.028-0.139 0,1.109-1.096-1,-2.011 0.719 8,-2.788 1.349 3,-9.475 4.468-5,-0.461 0.204-1,5.509-2.912 1,-1.424 0.232-3,-0.332 0.497 6,-1.412 1.017-1,-1.682 1.107-3,5.722-1.724 3,-5.643 3.332-3,2.981 2.029 3</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4-07T10:52:46"/>
    </inkml:context>
    <inkml:brush xml:id="br0">
      <inkml:brushProperty name="width" value="0.09701" units="cm"/>
      <inkml:brushProperty name="height" value="0.09701" units="cm"/>
      <inkml:brushProperty name="color" value="#ffffff"/>
      <inkml:brushProperty name="ignorePressure" value="0"/>
    </inkml:brush>
  </inkml:definitions>
  <inkml:trace contextRef="#ctx0" brushRef="#br0">8164.516 2006.548 767,'11.008'0.000'0,"0.370"0.000"-3,6.211 0.000 1,-5.913 0.000 0,1.271 0.000 0,0.090 0.000 2,0.917 0.000-1,0.179 0.000 0,-0.292 0.000-1,3.743 0.000 5,1.224 0.000-5,-0.432 0.000 2,0.066 0.000 0,-0.722 0.000-2,-1.147 0.000-1,-0.141 0.000 5,-0.682 0.000 0,-0.957 0.000-5,0.217 0.344 7,0.313 0.538-4,-0.241 0.623-3,2.694 0.428 8,0.334 0.040-8,-0.530-0.141 1,-1.018 0.151 2,-1.232 0.318 1,-1.262 0.394-3,0.698 0.017 1,-0.417-0.217 2,-1.067-0.343 1,-0.989-0.391-1,-0.856-0.389 1,9.086 0.360-4,-3.927-0.989 4,2.535-0.572 0,0.801-0.262-1,-1.083-0.076-2,-4.150 0.015 1,-1.680 0.045-2,3.310 0.045 6,-0.589 0.033-4,-1.940 0.383-2,-2.072 2.114 3,3.285 2.823 0,-2.823-2.679 0,2.064-1.020 0,2.007-0.807-3,1.904-0.513 1,0.680-0.267 1,2.491-0.103-1,-8.149 0.040 1,1.146 0.003-2,0.288 0.007 0,0.488 0.008 3,-0.602 0.008 0,-1.224 0.008-3,-0.302 0.007 0,-0.883 0.005 6,10.051 0.001-3,-10.794 0.009 0,11.630 0.002-3,-11.352 0.000 2,8.946 0.002-1,-4.138 0.000 2,-0.475-2.759 0,-1.207-0.991 4,-1.889 0.613-7,2.667 0.480 1,-2.561 1.838 3,0.581 0.536-1,-1.053 0.277-2,-0.779 0.088 0,-0.543 0.017 1,2.665 0.022 1,-2.567-0.056-2,5.752-0.043 2,-4.772-0.024 0,-0.634-1.177-3,-0.845-2.656 3,4.146-1.554-1,-2.491 3.149 0,-0.202 1.072 1,3.069 0.519-2,-1.701 0.627 0,-0.531 0.271 2,0.868-0.084 0,-2.759-1.508-1,-0.214-4.218 0,4.552 1.080 0,-0.777 2.735-2,3.261 0.834 1,-1.210 0.581 1,-2.428 0.307-2,-2.249 0.122 4,-0.273 0.020-1,-0.082 0.010 2,-23.745-5.452-2,0.994-1.084-2,-7.087-0.071-2,6.450 3.021 1,-0.925-0.090 1,-4.679-0.058 0,-2.761-0.033-1,-1.301-0.014-1,-0.235-0.001 3,1.961 0.578 0,2.159 0.336-3,-0.344-0.190 1,-13.407-1.618-3,-1.484 0.329 9,0.256 0.556-4,-1.038-0.524-2,0.597 0.028 0,1.554 0.365-2,-5.136-1.691 8,-2.889-1.174-5,0.015-0.605-1,-5.545-0.707 6,0.418 0.139-11,2.441 0.351 0,0.329 0.452 7,2.519 0.476 5,3.656 0.451-10,-0.251-0.384 9,2.057 0.307 1,3.305 0.706-9,4.579 0.531 16,4.980 0.378-13,4.810 0.252-2,2.376 0.516 1,1.850 0.636 8,-7.696-1.232 8,4.691 2.130-16,0.242 1.405 3,-0.435 0.759 2,-1.200 0.313-4,2.173 0.044 1,1.394-0.049-2,-0.027-0.067 4,-3.078-0.041-2,0.972-0.063-2,-5.003-0.023 2,2.508-0.020-2,3.032-0.007 3,2.432 1.282 0,-3.093 3.885 1,1.572 0.494-1,1.838 2.907-1,4.695 3.477 0,4.247 1.549 0,2.251-2.487 0,0.741 1.241 0,4.069-2.052 2,6.179 1.669-2,4.726 3.213-2,-4.756-7.275 0,1.742-0.239-1,1.203-0.397 1,6.997 1.884 5,4.116 0.786-8,1.996 0.043 3,3.679 0.728 2,0.888-0.085-5,-0.904-0.578 0,-1.540-1.679 3,-0.865-1.289 5,-1.586-1.345-6,3.782-1.077 4,-0.506-1.288 4,-2.019-1.074-9,-0.437-0.853 8,-1.771-0.645-3,-2.444-0.463-5,-2.655-0.312 7,-2.561-0.193 2,-2.290-0.104-7,-1.148-0.040 1,-1.522 0.003 4,-1.624 0.029 0,9.733-0.163 3,-2.968 0.187-5,-1.138 0.137-2,1.712 0.084 1,-1.632 0.050 1,-2.646 0.019-1,0.655 0.002 0,0.659-0.004 2,1.111-0.006-4,-0.148-0.005 2,0.104-0.003-2,-1.660-0.002 3,-2.132-0.001-1,-1.748 0.000 1,3.019 0.000 4,-32.410 0.000-5,4.924 0.000-2,-25.668-2.676-4,-18.532-2.202-2,-12.067-1.738 0,-3.716-1.880-3,-7.771-1.728-1,-2.929-0.841-1,0.587-0.181 0,-20.654-3.049 3,1.461-0.316 7,6.085 0.186-6,-3.999-1.181-1,9.142 0.781 29,12.505 1.332-20,12.357 1.951 3,12.403 2.169 24,11.393 2.121-33,11.727 2.135 14,7.821 1.453 21,6.454 1.200-28,5.104 0.949 19,-3.446 0.473-7,3.045 2.556-13,24.235 0.384 4,10.342-1.910-6,-6.137 0.009 1,5.371-0.417-2,6.347-0.675 0,4.895-0.808-1,3.619-0.851 2,5.370-0.019-1,14.593-0.101-4,41.609-0.618-7,34.620 0.132 6,9.654 0.506-4,-2.501 0.551-5,-1.568 2.096 3,-10.246 1.699 4,-14.733 1.313 2,-28.634 0.626-4,-8.724 0.603 35,-9.178 0.192-2,-23.904-1.350-26,12.037 1.714 20,-6.825 0.113 15,-7.115-0.172-36,-6.939-0.361 18,-1.777 0.083 4,-7.038-0.732-14,-6.027-0.728 7,-1.754-0.533 7,-3.584-0.693-10,4.892 0.027-3,-5.740-1.324-4,-27.945-0.418 4,3.642 2.036-2,-3.053 0.676 1,-2.050 0.512-3,-13.881 1.607-3,3.636-0.771 1,-4.037 0.704-1,3.120-0.624 3,-11.416 1.845 0,-6.731 1.429-3,-38.749 6.824-8,-27.714 6.285 5,-7.740 1.977-5,1.749-0.264-1,20.836-3.842 6,6.179-1.143 2,8.367-1.584 1,9.349-1.788-6,2.497-0.774 4,7.104-1.683 47,7.905-1.841-47,0.907 0.134 22,9.677-1.550 8,9.357-1.626-29,6.031-1.538 15,5.822-1.354 4,5.207-1.127-6,3.218-0.893 2,2.896-0.675-11,-5.269-0.484 14,6.953-1.520-17,23.221-2.949 11,-1.164-0.735-8,7.369-2.435 0,1.349 1.227 0,-3.827 1.996 0,1.566-0.193 1,0.713-0.092 0,20.021-2.352-4,-5.238 2.593 0,13.311 0.486 1,5.672 0.775 4,1.846 0.719-8,-33.301 1.436 6,40.512-0.608-1,-0.076 0.477-3,-3.982 0.365-3,-15.723 0.271 14,2.621 0.121 1,-3.080 0.105-10,-7.114 0.055-1,-2.435 0.037 8,-2.877 0.021 7,-3.057 0.009-6,6.362 0.045-3,-3.546-0.014 3,-4.151-0.022 6,-9.711-0.059-8,-1.104-0.011-1,2.639 0.005-3,-2.361-0.019 1,-2.268-0.016 4,5.309 0.004 2,-3.685-0.034-3,-23.959-1.432 7,-3.184-0.248-11,-6.031-0.277-1,-3.964-0.007-1,-2.358 0.159 0,-9.574-0.700 1,-7.249-0.336-3,-4.160-0.007 0,6.775 0.698 3,-3.334 0.194 0,-12.096-0.430-3,-9.893-0.194-4,-43.484-0.887 6,-6.709 0.271-2,2.910 0.434-4,11.873 0.609-6,0.098 0.315 8,12.749 0.483 6,10.805 0.428-10,10.750 0.315 40,11.472 0.245-12,18.591 0.187-3,6.834 0.088-2,6.170 0.066-15,5.381 0.047 1,2.968-0.238 25,4.207-0.425-6,-1.933-2.580-10,13.116-9.397-6,12.122 5.815 1,2.850 4.524-2,-2.251 1.647 0,0.952 0.248 0,2.520 0.184-1,1.013 0.130-1,-0.001 0.085 1,2.503 0.050 2,1.489 0.025 0,0.740 0.007-3,-9.285-0.048 4,0.334-0.002 1,16.873-1.004-6,6.875-1.627 0,13.679-0.852 5,7.822-0.293-8,3.498 0.087-2,13.925 0.125 1,1.711 0.520 2,-3.438 0.571-5,-9.860 0.727 6,-3.353 0.390 8,-4.919 0.343-2,-22.040 0.461-6,-2.101 0.107 3,7.774 0.037 15,-3.278 0.136-6,-3.578 0.107-12,5.060 0.108 16,-6.214 0.089 1,-6.035 0.048-11,-12.577-0.053-3,12.221 0.127 15,-13.228-0.092-12,0.562 0.004 9,7.379 0.058-9,-5.056-0.078 0,-0.343-0.047 2,-24.998-0.083-1,-0.702 0.029-4,-7.105 0.000 0,4.413 0.000 0,-1.463 0.000 1,-4.283 0.000-2,-1.437 0.000 1,-0.216 0.000-2,0.797 0.000 4,-1.294 0.000 1,1.859 0.000-4,8.144 0.000 1,0.457 0.000 3,-2.544 0.000 2,1.023 0.000-1,2.010 0.000-1,-9.306 0.000 0,8.957 0.000 1,-1.071 0.000-1,1.366 0.000 0,-6.540-0.183-3,5.375-2.196 6,21.497-4.690-1,8.680 1.956-3,0.223 0.691-3,5.668-0.979 0,3.989-0.578-1,2.613-0.269 0,19.246-2.620-2,8.708-1.005-2,4.714-0.604-2,10.771 0.385 6,-2.420 1.393 1,2.821 0.361-8,-4.906 1.512 0,4.992 0.739 12,1.389 0.813-1,-1.243 0.827-3,-20.262 1.561-1,-2.058 0.429 5,28.295-0.523 2,-7.825 0.933-6,-19.743 0.888-3,8.517 0.313 4,-11.566 0.527 23,-8.498 0.336-15,-7.549 0.200 12,-7.255 0.105-6,-6.466 0.038-3,-5.438-0.007-11,1.469 0.432 0,-28.502 5.565 7,-2.670-3.144 1,-6.358 0.051 0,5.870-0.725-9,-3.430 0.481 0,-3.014 0.360 1,-9.316 0.524-2,-9.359 0.331-2,-8.014 0.036-2,-19.165 1.564 2,-13.479 1.602 0,-8.738 1.000-7,14.002-1.414 2,-8.593 0.543-1,-77.161 4.744-3,-13.332-0.427 0,-1.464-1.045 1,101.395-6.443 8,-130.912 5.390-16,11.926-2.001 8,21.303-1.884-1,21.803-1.654 12,24.978-1.374 45,24.839-1.086-48,38.482-0.904-4,11.952-0.369 49,10.264-0.286-3,8.579-0.214-16,1.213-0.270 24,9.618-0.145-33,7.339-0.054-13,0.060-0.414 10,28.849-1.821-9,1.688-2.955-2,5.135-1.321 0,-7.977 3.426 1,1.529-0.237 0,2.326 0.331 0,9.523-0.565 1,3.906 0.488-3,-3.732 1.073 1,2.741 0.377 2,8.439 0.366-1,7.480 0.342-4,19.692 0.218 2,7.211 0.333-1,2.212 0.274 0,-1.301 0.218-7,-23.550 0.185 5,35.904 0.074 0,-0.566 0.116 0,23.146 1.338-3,0.693 0.682 31,-7.773 0.228-30,-12.195-0.066 13,-58.147-1.282-2,45.278 2.429-11,-9.813 0.171-2,-20.186-0.883 4,-6.224-0.238 41,-5.985-0.298-15,0.346 0.002-21,-7.142-0.479 20,-6.300-0.433-21,-4.108 0.022 19,-3.588 0.301-17,4.649 2.793 10,-6.984 4.480-10,-13.754 2.539 4,-7.996-8.765-1,-5.662 0.506-3,-4.909 2.630-1,3.246-1.050 0,3.610-0.773 0,-3.490 1.361-1,-24.541 5.490-2,-11.232 1.795 1,19.019-4.565-1,-2.311 0.514 1,-41.482 7.950-6,-3.208 0.232 0,2.913-0.472-2,3.703-1.648 12,7.397-2.235-2,9.053-2.409-2,7.836-2.314-4,8.689-2.062 32,8.489-1.734-22,7.002-1.387 16,6.673-1.056-11,5.910-0.765 10,-0.190-0.775-18,30.409-2.544 3,-3.910 2.509-2,21.338-0.364-1,13.617-0.542-6,9.122-0.631-1,33.935-0.242-3,17.220 0.018-5,5.481 0.177 3,-8.292 0.341 9,-4.374 0.253-7,-3.045 2.313-4,-1.896 2.429 0,2.066 2.544 21,-10.703 1.405 16,-20.743 0.818-11,-6.044 1.365-10,-17.457-1.687-1,-4.118 0.310 4,10.524 5.361 8,-9.223-0.518-5,-8.225-1.419-11,-7.313-0.683 17,-6.138-1.345-3,-4.899-1.640-11,-3.727-1.685 17,2.183 1.852-10,-23.516-5.417-3,0.198-3.178-3,-2.410 0.260-2,-3.879 0.038 0,1.703-0.622 0,-3.536-1.084-1,-12.039-2.037-2,-6.780-1.251 0,0.184-0.530 2,-12.214-2.594-2,-4.872-1.626-1,-15.427-3.271-2,-2.754-0.946 3,30.098 5.587 1,0.893 0.014 0,-30.601-6.998-3,7.009 1.029 8,9.096 1.841-5,7.664 1.015 6,8.486 1.593 8,8.281 1.816-5,14.165 3.324-3,2.320 0.313 12,-6.089-1.793-8,10.205 2.907 0,-1.177-0.200 1,2.158 0.735-3,-5.763-0.944-5,3.043 1.896 4,2.293 1.779 3,25.690 1.620-5,1.817-1.438-3,4.401-0.042 0,-1.644-0.016 0,-1.705-0.002 0,0.916 0.001 0,3.330 0.000 1,2.118 0.000-1,1.165 0.001 0,2.556 0.418-1,0.819 0.676 1,-0.660 0.189-1,20.912 2.029-5,4.702 0.642 12,-1.176-0.329-5,9.512 1.310-4,-1.563 0.134-2,-14.166-1.168 1,-4.132-0.400 9,4.432 0.061-2,-5.050-0.749-2,-4.763 0.427 5,-4.787 0.045 14,-5.158-0.247-22,-12.831-1.269 3,-1.342 0.184 4,4.046 1.604 2,-2.646 0.419-7,-2.599 0.323 8,0.789 1.084 0,5.803 2.937-2,-3.948-3.353-3,-1.517-1.634 0,-24.602-3.296 2,-2.417 2.033-6,-2.938 1.135 1,-3.227-0.112 0,8.163-1.774 0,-4.012-0.093-1,-2.054-0.243 6,-0.570-0.227-7,0.421-0.200 1,-0.921-0.155 4,1.564-0.151-1,2.160-0.113-1,2.375-0.081-1,2.307-0.053 6,-6.236-0.088-4,5.498-0.026 7,1.700-1.539-6,13.822-9.841 4,7.761 6.128-6,4.592 0.783-1,1.053 1.443 1,1.856-0.340 0,3.290-1.017-1,-1.766 0.440 0,1.217 0.061 2,-1.862 0.486-1,-0.150-0.083-2,-0.720-0.124 0,11.863-1.715 0,-7.871 2.079 8,-1.146 0.597-7,-2.059-0.574 5,-2.445-0.074-4,-2.481 0.240-1,-1.120 0.413 5,-1.363 0.485 1,6.643-0.841-1,-5.582 1.173-1,-26.408 1.963 1,2.383 0.077-3,-1.645-0.010-2,-0.513-0.013 0,-5.926-0.012-1,-3.920-0.016-1,4.991-0.021 2,-4.139-0.006 3,-1.408-0.007-2,-0.249-0.005-3,0.569-0.004 2,-0.343-0.003 3,1.357-0.003-2,-15.114-0.003-4,11.276-0.001 4,2.606 0.000 9,4.205 0.000-5,2.335 0.000-5,2.529 0.000 0,2.485 0.000 0,-5.065-0.001 13,4.280-0.182-13,1.216-2.195 10,15.479-8.317-5,8.358 9.703-2,0.574 0.858-3,2.976 0.151 1,5.653 0.072-1,-7.869-0.027 0,0.618-0.011 1,1.446-0.005 1,0.589-0.006-1,8.867-0.003 0,3.584-0.008-1,1.411-0.007-1,1.827-0.006 3,-0.333-0.005-5,-1.636-0.004 1,0.827-0.003 2,-1.243-0.002 7,-2.416-0.001-9,6.577-0.001 8,-10.606 0.000-2,-1.695 0.000-5,1.299 0.000 9,-2.532 0.000-6,-2.843 0.000-2,-2.237 0.000 1,-2.850 0.000 10,2.916 0.000-3,-29.449-0.252-3,-13.641-2.015-7,2.231 0.096 1,-4.675-0.478-2,-3.182-0.374 0,-9.116-0.213 0,-7.332-0.302-2,-4.830-0.271-2,-30.463-1.906 2,-6.097-0.220 5,2.270 0.345-12,7.290 0.668 8,37.849 2.376 9,-10.175-0.358-5,4.907 0.487-6,-3.835 0.115 0,8.943 0.630 4,20.928 0.859 31,2.842 0.170-9,-8.576-0.307-17,6.525-0.097 14,5.639-0.260-2,4.628-0.339-10,-1.818-2.160-5,13.845-7.898 7,10.566 6.025 1,3.253 5.065-7,6.607 0.167-1,4.341 0.141 0,11.574 0.112-4,6.850 0.085 0,3.364 0.062-1,6.829 0.042 4,2.526 0.026-2,-0.337 0.014-4,-11.861-0.006 7,21.317 0.012 7,1.245-0.002-15,-2.386-0.005 11,-39.492-0.022 1,29.623 0.011 0,-1.963-0.004-5,-3.141-0.004-5,-3.749-0.004 6,-12.271-0.004 9,-2.187-0.002-1,8.285-0.001-7,-17.037-0.002 3,4.051 0.000 4,-3.035-0.001-2,2.118-0.001 1,-4.933-0.001 4,-4.281 0.000-6,-4.132 0.000-1,3.868-0.001 4,-3.382-0.001-1,-22.659 0.003-1,-3.058 0.001-5,-0.467 0.000-2,0.425 0.000 4,-1.175 1.198-3,-3.231 1.018-1,-1.552 0.833 0,-0.289 0.641 1,-0.716 0.704 0,4.683-0.847 0,0.095-0.031 0,-2.135 0.966-1,0.578 0.119 3,0.816-0.132 0,0.947-0.304 1,-3.343 1.426 1,1.368-0.165 0,1.696-0.505-2,1.780-0.686 0,-4.279 0.515 4,6.725-2.293-5,0.583-0.566 0,-7.394 0.194 8,4.697-1.471-7,1.928-0.720 3,-0.979-0.245-2,2.183-0.003 3,0.200-0.134-9,23.442 0.504 10,-1.143-0.016-7,4.387 0.000 0,1.775 0.000 1,-1.965 1.031 1,-0.279 2.229-1,-1.320 0.249 0,-3.309 1.147 1,2.369 0.555 1,4.605 1.473 0,-2.260-0.343-3,-1.167-0.129 1,2.274 3.246 1,-5.143 0.127-1,-3.177 0.369 3</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2.xml"/><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71290" y="1356995"/>
            <a:ext cx="4002405" cy="1027430"/>
          </a:xfrm>
        </p:spPr>
        <p:txBody>
          <a:bodyPr/>
          <a:lstStyle/>
          <a:p>
            <a:pPr algn="just"/>
            <a:r>
              <a:rPr lang="en-IN" altLang="en-US" sz="3600" b="1" dirty="0">
                <a:latin typeface="Times New Roman" panose="02020603050405020304" charset="0"/>
                <a:cs typeface="Times New Roman" panose="02020603050405020304" charset="0"/>
              </a:rPr>
              <a:t>TENDER TOUCH</a:t>
            </a:r>
            <a:endParaRPr lang="en-IN" altLang="en-US" sz="3600" b="1" dirty="0">
              <a:latin typeface="Times New Roman" panose="02020603050405020304" charset="0"/>
              <a:cs typeface="Times New Roman" panose="02020603050405020304" charset="0"/>
            </a:endParaRPr>
          </a:p>
        </p:txBody>
      </p:sp>
      <p:sp>
        <p:nvSpPr>
          <p:cNvPr id="4" name="Text Box 3"/>
          <p:cNvSpPr txBox="1"/>
          <p:nvPr/>
        </p:nvSpPr>
        <p:spPr>
          <a:xfrm>
            <a:off x="1872615" y="4469765"/>
            <a:ext cx="2435860" cy="443230"/>
          </a:xfrm>
          <a:prstGeom prst="rect">
            <a:avLst/>
          </a:prstGeom>
          <a:noFill/>
        </p:spPr>
        <p:txBody>
          <a:bodyPr wrap="square" rtlCol="0">
            <a:noAutofit/>
          </a:bodyPr>
          <a:p>
            <a:pPr algn="l"/>
            <a:r>
              <a:rPr lang="en-IN" altLang="en-US" sz="2000" b="1">
                <a:solidFill>
                  <a:srgbClr val="00B050"/>
                </a:solidFill>
                <a:latin typeface="Times New Roman" panose="02020603050405020304" charset="0"/>
                <a:cs typeface="Times New Roman" panose="02020603050405020304" charset="0"/>
              </a:rPr>
              <a:t>GUIDE NAME</a:t>
            </a:r>
            <a:endParaRPr lang="en-IN" altLang="en-US" sz="2000" b="1">
              <a:solidFill>
                <a:srgbClr val="00B050"/>
              </a:solidFill>
              <a:latin typeface="Times New Roman" panose="02020603050405020304" charset="0"/>
              <a:cs typeface="Times New Roman" panose="02020603050405020304" charset="0"/>
            </a:endParaRPr>
          </a:p>
          <a:p>
            <a:endParaRPr lang="en-IN" altLang="en-US" sz="2000" b="1">
              <a:solidFill>
                <a:srgbClr val="00B050"/>
              </a:solidFill>
              <a:latin typeface="Times New Roman" panose="02020603050405020304" charset="0"/>
              <a:cs typeface="Times New Roman" panose="02020603050405020304" charset="0"/>
            </a:endParaRPr>
          </a:p>
        </p:txBody>
      </p:sp>
      <p:sp>
        <p:nvSpPr>
          <p:cNvPr id="5" name="Text Box 4"/>
          <p:cNvSpPr txBox="1"/>
          <p:nvPr/>
        </p:nvSpPr>
        <p:spPr>
          <a:xfrm>
            <a:off x="1285240" y="4843780"/>
            <a:ext cx="3611245" cy="1102995"/>
          </a:xfrm>
          <a:prstGeom prst="rect">
            <a:avLst/>
          </a:prstGeom>
          <a:noFill/>
        </p:spPr>
        <p:txBody>
          <a:bodyPr wrap="square" rtlCol="0">
            <a:noAutofit/>
          </a:bodyPr>
          <a:p>
            <a:r>
              <a:rPr lang="en-IN" altLang="en-US" sz="2400">
                <a:latin typeface="Times New Roman" panose="02020603050405020304" charset="0"/>
                <a:cs typeface="Times New Roman" panose="02020603050405020304" charset="0"/>
              </a:rPr>
              <a:t>  </a:t>
            </a:r>
            <a:r>
              <a:rPr lang="en-IN" altLang="en-US" sz="2000" b="1">
                <a:solidFill>
                  <a:schemeClr val="tx1"/>
                </a:solidFill>
                <a:latin typeface="Times New Roman" panose="02020603050405020304" charset="0"/>
                <a:cs typeface="Times New Roman" panose="02020603050405020304" charset="0"/>
              </a:rPr>
              <a:t>DR. A. ROSLIN DEEPA</a:t>
            </a:r>
            <a:endParaRPr lang="en-IN" altLang="en-US" sz="2000" b="1">
              <a:solidFill>
                <a:schemeClr val="tx1"/>
              </a:solidFill>
              <a:latin typeface="Times New Roman" panose="02020603050405020304" charset="0"/>
              <a:cs typeface="Times New Roman" panose="02020603050405020304" charset="0"/>
            </a:endParaRPr>
          </a:p>
          <a:p>
            <a:r>
              <a:rPr lang="en-IN" altLang="en-US" sz="2000" b="1">
                <a:solidFill>
                  <a:schemeClr val="tx1"/>
                </a:solidFill>
                <a:latin typeface="Times New Roman" panose="02020603050405020304" charset="0"/>
                <a:cs typeface="Times New Roman" panose="02020603050405020304" charset="0"/>
              </a:rPr>
              <a:t>ASSISTANT PROFESSOR</a:t>
            </a:r>
            <a:endParaRPr lang="en-IN" altLang="en-US" sz="2000" b="1">
              <a:solidFill>
                <a:schemeClr val="tx1"/>
              </a:solidFill>
              <a:latin typeface="Times New Roman" panose="02020603050405020304" charset="0"/>
              <a:cs typeface="Times New Roman" panose="02020603050405020304" charset="0"/>
            </a:endParaRPr>
          </a:p>
          <a:p>
            <a:r>
              <a:rPr lang="en-IN" altLang="en-US" sz="2000" b="1">
                <a:solidFill>
                  <a:srgbClr val="FF0000"/>
                </a:solidFill>
                <a:latin typeface="Times New Roman" panose="02020603050405020304" charset="0"/>
                <a:cs typeface="Times New Roman" panose="02020603050405020304" charset="0"/>
              </a:rPr>
              <a:t>   DEPARTMENT OF IT</a:t>
            </a:r>
            <a:endParaRPr lang="en-IN" altLang="en-US" sz="2000" b="1">
              <a:solidFill>
                <a:srgbClr val="FF0000"/>
              </a:solidFill>
              <a:latin typeface="Times New Roman" panose="02020603050405020304" charset="0"/>
              <a:cs typeface="Times New Roman" panose="02020603050405020304" charset="0"/>
            </a:endParaRPr>
          </a:p>
          <a:p>
            <a:endParaRPr lang="en-IN" altLang="en-US" sz="2000" b="1">
              <a:solidFill>
                <a:srgbClr val="FF0000"/>
              </a:solidFill>
              <a:latin typeface="Times New Roman" panose="02020603050405020304" charset="0"/>
              <a:cs typeface="Times New Roman" panose="02020603050405020304" charset="0"/>
            </a:endParaRPr>
          </a:p>
        </p:txBody>
      </p:sp>
      <p:sp>
        <p:nvSpPr>
          <p:cNvPr id="6" name="Text Box 5"/>
          <p:cNvSpPr txBox="1"/>
          <p:nvPr/>
        </p:nvSpPr>
        <p:spPr>
          <a:xfrm>
            <a:off x="1135380" y="5817235"/>
            <a:ext cx="3910330" cy="398780"/>
          </a:xfrm>
          <a:prstGeom prst="rect">
            <a:avLst/>
          </a:prstGeom>
          <a:noFill/>
        </p:spPr>
        <p:txBody>
          <a:bodyPr wrap="square" rtlCol="0">
            <a:spAutoFit/>
          </a:bodyPr>
          <a:p>
            <a:r>
              <a:rPr lang="en-IN" altLang="en-US" sz="2000" b="1">
                <a:solidFill>
                  <a:srgbClr val="FF0000"/>
                </a:solidFill>
                <a:latin typeface="Times New Roman" panose="02020603050405020304" charset="0"/>
                <a:cs typeface="Times New Roman" panose="02020603050405020304" charset="0"/>
                <a:sym typeface="+mn-ea"/>
              </a:rPr>
              <a:t>THE AMERICAN COLLEGE</a:t>
            </a:r>
            <a:endParaRPr lang="en-IN" altLang="en-US" sz="2000" b="1">
              <a:solidFill>
                <a:srgbClr val="FF0000"/>
              </a:solidFill>
              <a:latin typeface="Times New Roman" panose="02020603050405020304" charset="0"/>
              <a:cs typeface="Times New Roman" panose="02020603050405020304" charset="0"/>
              <a:sym typeface="+mn-ea"/>
            </a:endParaRPr>
          </a:p>
        </p:txBody>
      </p:sp>
      <p:sp>
        <p:nvSpPr>
          <p:cNvPr id="7" name="Text Box 6"/>
          <p:cNvSpPr txBox="1"/>
          <p:nvPr/>
        </p:nvSpPr>
        <p:spPr>
          <a:xfrm>
            <a:off x="8423910" y="4461510"/>
            <a:ext cx="2681605" cy="398780"/>
          </a:xfrm>
          <a:prstGeom prst="rect">
            <a:avLst/>
          </a:prstGeom>
          <a:noFill/>
        </p:spPr>
        <p:txBody>
          <a:bodyPr wrap="square" rtlCol="0">
            <a:spAutoFit/>
          </a:bodyPr>
          <a:p>
            <a:r>
              <a:rPr lang="en-IN" altLang="en-US" sz="2000" b="1">
                <a:solidFill>
                  <a:srgbClr val="00B050"/>
                </a:solidFill>
                <a:latin typeface="Times New Roman" panose="02020603050405020304" charset="0"/>
                <a:cs typeface="Times New Roman" panose="02020603050405020304" charset="0"/>
              </a:rPr>
              <a:t>STUDENT NAME</a:t>
            </a:r>
            <a:endParaRPr lang="en-IN" altLang="en-US" sz="2000" b="1">
              <a:solidFill>
                <a:srgbClr val="00B050"/>
              </a:solidFill>
              <a:latin typeface="Times New Roman" panose="02020603050405020304" charset="0"/>
              <a:cs typeface="Times New Roman" panose="02020603050405020304" charset="0"/>
            </a:endParaRPr>
          </a:p>
        </p:txBody>
      </p:sp>
      <p:sp>
        <p:nvSpPr>
          <p:cNvPr id="8" name="Text Box 7"/>
          <p:cNvSpPr txBox="1"/>
          <p:nvPr/>
        </p:nvSpPr>
        <p:spPr>
          <a:xfrm>
            <a:off x="8245475" y="4912995"/>
            <a:ext cx="2751455" cy="596265"/>
          </a:xfrm>
          <a:prstGeom prst="rect">
            <a:avLst/>
          </a:prstGeom>
          <a:noFill/>
        </p:spPr>
        <p:txBody>
          <a:bodyPr wrap="square" rtlCol="0">
            <a:noAutofit/>
          </a:bodyPr>
          <a:p>
            <a:r>
              <a:rPr lang="en-IN" altLang="en-US" sz="2000" b="1">
                <a:solidFill>
                  <a:schemeClr val="tx1"/>
                </a:solidFill>
                <a:latin typeface="Times New Roman" panose="02020603050405020304" charset="0"/>
                <a:cs typeface="Times New Roman" panose="02020603050405020304" charset="0"/>
              </a:rPr>
              <a:t>V. MILLEE GUPTA</a:t>
            </a:r>
            <a:endParaRPr lang="en-IN" altLang="en-US" sz="2000" b="1">
              <a:solidFill>
                <a:schemeClr val="tx1"/>
              </a:solidFill>
              <a:latin typeface="Times New Roman" panose="02020603050405020304" charset="0"/>
              <a:cs typeface="Times New Roman" panose="02020603050405020304" charset="0"/>
            </a:endParaRPr>
          </a:p>
          <a:p>
            <a:r>
              <a:rPr lang="en-IN" altLang="en-US" sz="2000" b="1">
                <a:solidFill>
                  <a:schemeClr val="tx1"/>
                </a:solidFill>
                <a:latin typeface="Times New Roman" panose="02020603050405020304" charset="0"/>
                <a:cs typeface="Times New Roman" panose="02020603050405020304" charset="0"/>
              </a:rPr>
              <a:t>ROLL NO: 22BIT52</a:t>
            </a:r>
            <a:endParaRPr lang="en-IN" altLang="en-US" sz="1400" b="1">
              <a:solidFill>
                <a:srgbClr val="002060"/>
              </a:solidFill>
              <a:latin typeface="Times New Roman" panose="02020603050405020304" charset="0"/>
              <a:cs typeface="Times New Roman" panose="02020603050405020304" charset="0"/>
            </a:endParaRPr>
          </a:p>
          <a:p>
            <a:endParaRPr lang="en-IN" altLang="en-US" sz="1400" b="1">
              <a:solidFill>
                <a:srgbClr val="002060"/>
              </a:solidFill>
              <a:latin typeface="Times New Roman" panose="02020603050405020304" charset="0"/>
              <a:cs typeface="Times New Roman" panose="02020603050405020304" charset="0"/>
            </a:endParaRPr>
          </a:p>
        </p:txBody>
      </p:sp>
      <p:sp>
        <p:nvSpPr>
          <p:cNvPr id="9" name="Text Box 8"/>
          <p:cNvSpPr txBox="1"/>
          <p:nvPr/>
        </p:nvSpPr>
        <p:spPr>
          <a:xfrm>
            <a:off x="7724140" y="5520055"/>
            <a:ext cx="3598545" cy="706755"/>
          </a:xfrm>
          <a:prstGeom prst="rect">
            <a:avLst/>
          </a:prstGeom>
          <a:noFill/>
        </p:spPr>
        <p:txBody>
          <a:bodyPr wrap="square" rtlCol="0">
            <a:spAutoFit/>
          </a:bodyPr>
          <a:p>
            <a:r>
              <a:rPr lang="en-IN" altLang="en-US" sz="2000">
                <a:latin typeface="Times New Roman" panose="02020603050405020304" charset="0"/>
                <a:cs typeface="Times New Roman" panose="02020603050405020304" charset="0"/>
                <a:sym typeface="+mn-ea"/>
              </a:rPr>
              <a:t>      </a:t>
            </a:r>
            <a:r>
              <a:rPr lang="en-IN" altLang="en-US" sz="2000" b="1">
                <a:solidFill>
                  <a:srgbClr val="FF0000"/>
                </a:solidFill>
                <a:latin typeface="Times New Roman" panose="02020603050405020304" charset="0"/>
                <a:cs typeface="Times New Roman" panose="02020603050405020304" charset="0"/>
                <a:sym typeface="+mn-ea"/>
              </a:rPr>
              <a:t>DEPARTMENT OF IT</a:t>
            </a:r>
            <a:endParaRPr lang="en-IN" altLang="en-US" sz="2000" b="1">
              <a:solidFill>
                <a:srgbClr val="FF0000"/>
              </a:solidFill>
              <a:latin typeface="Times New Roman" panose="02020603050405020304" charset="0"/>
              <a:cs typeface="Times New Roman" panose="02020603050405020304" charset="0"/>
              <a:sym typeface="+mn-ea"/>
            </a:endParaRPr>
          </a:p>
          <a:p>
            <a:r>
              <a:rPr lang="en-IN" altLang="en-US" sz="2000" b="1">
                <a:solidFill>
                  <a:srgbClr val="FF0000"/>
                </a:solidFill>
                <a:latin typeface="Times New Roman" panose="02020603050405020304" charset="0"/>
                <a:cs typeface="Times New Roman" panose="02020603050405020304" charset="0"/>
              </a:rPr>
              <a:t>THE AMERICAN COLLEGE</a:t>
            </a:r>
            <a:endParaRPr lang="en-IN" altLang="en-US" sz="2000" b="1">
              <a:solidFill>
                <a:srgbClr val="FF0000"/>
              </a:solidFill>
              <a:latin typeface="Times New Roman" panose="02020603050405020304" charset="0"/>
              <a:cs typeface="Times New Roman" panose="02020603050405020304" charset="0"/>
            </a:endParaRPr>
          </a:p>
        </p:txBody>
      </p:sp>
      <p:sp>
        <p:nvSpPr>
          <p:cNvPr id="3" name="Text Box 2"/>
          <p:cNvSpPr txBox="1"/>
          <p:nvPr/>
        </p:nvSpPr>
        <p:spPr>
          <a:xfrm>
            <a:off x="2611755" y="2384425"/>
            <a:ext cx="7459345" cy="521970"/>
          </a:xfrm>
          <a:prstGeom prst="rect">
            <a:avLst/>
          </a:prstGeom>
          <a:noFill/>
        </p:spPr>
        <p:txBody>
          <a:bodyPr wrap="square" rtlCol="0">
            <a:spAutoFit/>
          </a:bodyPr>
          <a:p>
            <a:pPr algn="just"/>
            <a:r>
              <a:rPr lang="en-IN" altLang="en-US" sz="2800" b="1" dirty="0">
                <a:latin typeface="Times New Roman" panose="02020603050405020304" charset="0"/>
                <a:cs typeface="Times New Roman" panose="02020603050405020304" charset="0"/>
                <a:sym typeface="+mn-ea"/>
              </a:rPr>
              <a:t>WEBSITE ON BABY CARE PRODUCTS</a:t>
            </a:r>
            <a:endParaRPr lang="en-US" sz="28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2800" b="1">
                <a:latin typeface="Times New Roman" panose="02020603050405020304" charset="0"/>
                <a:cs typeface="Times New Roman" panose="02020603050405020304" charset="0"/>
              </a:rPr>
              <a:t>ABSTRACT</a:t>
            </a:r>
            <a:endParaRPr lang="en-IN"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82980" y="1691005"/>
            <a:ext cx="10302875" cy="1101725"/>
          </a:xfrm>
        </p:spPr>
        <p:txBody>
          <a:bodyPr vert="horz" anchor="t" anchorCtr="0">
            <a:noAutofit/>
          </a:bodyPr>
          <a:p>
            <a:pPr marL="0" indent="457200" algn="just">
              <a:lnSpc>
                <a:spcPct val="110000"/>
              </a:lnSpc>
              <a:buNone/>
            </a:pPr>
            <a:r>
              <a:rPr lang="en-IN" altLang="en-US" sz="2300" b="1">
                <a:latin typeface="Times New Roman" panose="02020603050405020304" charset="0"/>
                <a:cs typeface="Times New Roman" panose="02020603050405020304" charset="0"/>
              </a:rPr>
              <a:t>“</a:t>
            </a:r>
            <a:r>
              <a:rPr lang="en-IN" altLang="en-US" sz="2300">
                <a:latin typeface="Times New Roman" panose="02020603050405020304" charset="0"/>
                <a:cs typeface="Times New Roman" panose="02020603050405020304" charset="0"/>
              </a:rPr>
              <a:t>Tender Touch</a:t>
            </a:r>
            <a:r>
              <a:rPr lang="en-IN" altLang="en-US" sz="2300" b="1">
                <a:latin typeface="Times New Roman" panose="02020603050405020304" charset="0"/>
                <a:cs typeface="Times New Roman" panose="02020603050405020304" charset="0"/>
              </a:rPr>
              <a:t>”</a:t>
            </a:r>
            <a:r>
              <a:rPr lang="en-IN" altLang="en-US" sz="2300">
                <a:latin typeface="Times New Roman" panose="02020603050405020304" charset="0"/>
                <a:cs typeface="Times New Roman" panose="02020603050405020304" charset="0"/>
              </a:rPr>
              <a:t> is a web application where we can discover the perfect blend of care and convenience ensuring that every item supports your baby’s health, comfort and development. The product are crafted from purest and natural ingredient.</a:t>
            </a:r>
            <a:endParaRPr lang="en-IN" altLang="en-US" sz="2300">
              <a:latin typeface="Times New Roman" panose="02020603050405020304" charset="0"/>
              <a:cs typeface="Times New Roman" panose="02020603050405020304" charset="0"/>
            </a:endParaRPr>
          </a:p>
          <a:p>
            <a:pPr marL="0" indent="0" algn="just">
              <a:lnSpc>
                <a:spcPct val="110000"/>
              </a:lnSpc>
              <a:buNone/>
            </a:pPr>
            <a:r>
              <a:rPr lang="en-IN" altLang="en-US" sz="2300">
                <a:latin typeface="Times New Roman" panose="02020603050405020304" charset="0"/>
                <a:cs typeface="Times New Roman" panose="02020603050405020304" charset="0"/>
              </a:rPr>
              <a:t>       </a:t>
            </a:r>
            <a:endParaRPr lang="en-IN" altLang="en-US" sz="2300">
              <a:latin typeface="Times New Roman" panose="02020603050405020304" charset="0"/>
              <a:cs typeface="Times New Roman" panose="02020603050405020304" charset="0"/>
            </a:endParaRPr>
          </a:p>
        </p:txBody>
      </p:sp>
      <p:sp>
        <p:nvSpPr>
          <p:cNvPr id="4" name="Text Box 3"/>
          <p:cNvSpPr txBox="1"/>
          <p:nvPr/>
        </p:nvSpPr>
        <p:spPr>
          <a:xfrm>
            <a:off x="982980" y="3199130"/>
            <a:ext cx="10237470" cy="1258570"/>
          </a:xfrm>
          <a:prstGeom prst="rect">
            <a:avLst/>
          </a:prstGeom>
          <a:noFill/>
        </p:spPr>
        <p:txBody>
          <a:bodyPr wrap="square" rtlCol="0">
            <a:spAutoFit/>
          </a:bodyPr>
          <a:p>
            <a:pPr marL="0" indent="457200" algn="just">
              <a:lnSpc>
                <a:spcPct val="110000"/>
              </a:lnSpc>
              <a:buNone/>
            </a:pPr>
            <a:r>
              <a:rPr lang="en-IN" altLang="en-US" sz="2300">
                <a:latin typeface="Times New Roman" panose="02020603050405020304" charset="0"/>
                <a:cs typeface="Times New Roman" panose="02020603050405020304" charset="0"/>
                <a:sym typeface="+mn-ea"/>
              </a:rPr>
              <a:t>The online platform aims to streamline the shopping experience by offering selected range of baby care products. It provides a user-friendly platform. It contains multiple payment gateways that are secure.</a:t>
            </a:r>
            <a:endParaRPr lang="en-US"/>
          </a:p>
        </p:txBody>
      </p:sp>
      <p:sp>
        <p:nvSpPr>
          <p:cNvPr id="5" name="Text Box 4"/>
          <p:cNvSpPr txBox="1"/>
          <p:nvPr/>
        </p:nvSpPr>
        <p:spPr>
          <a:xfrm>
            <a:off x="982980" y="4689475"/>
            <a:ext cx="10237470" cy="1153160"/>
          </a:xfrm>
          <a:prstGeom prst="rect">
            <a:avLst/>
          </a:prstGeom>
          <a:noFill/>
        </p:spPr>
        <p:txBody>
          <a:bodyPr wrap="square" rtlCol="0">
            <a:spAutoFit/>
          </a:bodyPr>
          <a:p>
            <a:pPr marL="0" indent="457200" algn="just">
              <a:lnSpc>
                <a:spcPct val="100000"/>
              </a:lnSpc>
              <a:buNone/>
            </a:pPr>
            <a:r>
              <a:rPr lang="en-IN" altLang="en-US" sz="2300">
                <a:latin typeface="Times New Roman" panose="02020603050405020304" charset="0"/>
                <a:cs typeface="Times New Roman" panose="02020603050405020304" charset="0"/>
                <a:sym typeface="+mn-ea"/>
              </a:rPr>
              <a:t>By leveraging technology, this eccommerce site provides evolving needs to modern family. This website aims to educate and empower users by providing insightful content on the significance of products.  </a:t>
            </a:r>
            <a:endParaRPr lang="en-US" sz="2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2400" b="1">
                <a:latin typeface="Times New Roman" panose="02020603050405020304" charset="0"/>
                <a:cs typeface="Times New Roman" panose="02020603050405020304" charset="0"/>
              </a:rPr>
              <a:t>SYSTEM ANALYSIS</a:t>
            </a:r>
            <a:endParaRPr lang="en-IN" altLang="en-US" sz="24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691640"/>
            <a:ext cx="10515600" cy="4485640"/>
          </a:xfrm>
        </p:spPr>
        <p:txBody>
          <a:bodyPr/>
          <a:p>
            <a:pPr marL="0" indent="0">
              <a:buNone/>
            </a:pPr>
            <a:r>
              <a:rPr lang="en-IN" altLang="en-US" sz="2100" b="1">
                <a:latin typeface="Times New Roman" panose="02020603050405020304" charset="0"/>
                <a:cs typeface="Times New Roman" panose="02020603050405020304" charset="0"/>
              </a:rPr>
              <a:t>EXISTING SYSTEM</a:t>
            </a:r>
            <a:endParaRPr lang="en-IN" altLang="en-US" sz="2300" b="1">
              <a:latin typeface="Times New Roman" panose="02020603050405020304" charset="0"/>
              <a:cs typeface="Times New Roman" panose="02020603050405020304" charset="0"/>
            </a:endParaRPr>
          </a:p>
          <a:p>
            <a:pPr marL="0" indent="0">
              <a:buNone/>
            </a:pPr>
            <a:endParaRPr lang="en-IN" altLang="en-US" sz="2600" b="1">
              <a:latin typeface="Times New Roman" panose="02020603050405020304" charset="0"/>
              <a:cs typeface="Times New Roman" panose="02020603050405020304" charset="0"/>
            </a:endParaRPr>
          </a:p>
          <a:p>
            <a:pPr marL="0" indent="0">
              <a:buNone/>
            </a:pPr>
            <a:endParaRPr lang="en-IN" altLang="en-US" sz="2600" b="1">
              <a:latin typeface="Times New Roman" panose="02020603050405020304" charset="0"/>
              <a:cs typeface="Times New Roman" panose="02020603050405020304" charset="0"/>
            </a:endParaRPr>
          </a:p>
          <a:p>
            <a:pPr marL="0" indent="0">
              <a:buNone/>
            </a:pPr>
            <a:endParaRPr lang="en-IN" altLang="en-US" sz="2600" b="1">
              <a:latin typeface="Times New Roman" panose="02020603050405020304" charset="0"/>
              <a:cs typeface="Times New Roman" panose="02020603050405020304" charset="0"/>
            </a:endParaRPr>
          </a:p>
          <a:p>
            <a:pPr marL="0" indent="0">
              <a:buNone/>
            </a:pPr>
            <a:endParaRPr lang="en-IN" altLang="en-US" sz="2600" b="1">
              <a:latin typeface="Times New Roman" panose="02020603050405020304" charset="0"/>
              <a:cs typeface="Times New Roman" panose="02020603050405020304" charset="0"/>
            </a:endParaRPr>
          </a:p>
          <a:p>
            <a:pPr marL="0" indent="0">
              <a:buNone/>
            </a:pPr>
            <a:r>
              <a:rPr lang="en-IN" altLang="en-US" sz="2100" b="1">
                <a:latin typeface="Times New Roman" panose="02020603050405020304" charset="0"/>
                <a:cs typeface="Times New Roman" panose="02020603050405020304" charset="0"/>
              </a:rPr>
              <a:t>PROPOSED SYSTEM</a:t>
            </a:r>
            <a:endParaRPr lang="en-IN" altLang="en-US" sz="2100" b="1">
              <a:latin typeface="Times New Roman" panose="02020603050405020304" charset="0"/>
              <a:cs typeface="Times New Roman" panose="02020603050405020304" charset="0"/>
            </a:endParaRPr>
          </a:p>
        </p:txBody>
      </p:sp>
      <p:sp>
        <p:nvSpPr>
          <p:cNvPr id="4" name="Text Box 3"/>
          <p:cNvSpPr txBox="1"/>
          <p:nvPr/>
        </p:nvSpPr>
        <p:spPr>
          <a:xfrm>
            <a:off x="1786255" y="2258060"/>
            <a:ext cx="8255635" cy="1414780"/>
          </a:xfrm>
          <a:prstGeom prst="rect">
            <a:avLst/>
          </a:prstGeom>
          <a:noFill/>
        </p:spPr>
        <p:txBody>
          <a:bodyPr wrap="square" rtlCol="0">
            <a:spAutoFit/>
          </a:bodyPr>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Maintained manually</a:t>
            </a:r>
            <a:endParaRPr lang="en-IN" altLang="en-US" sz="2100">
              <a:latin typeface="Times New Roman" panose="02020603050405020304" charset="0"/>
              <a:cs typeface="Times New Roman" panose="02020603050405020304" charset="0"/>
            </a:endParaRPr>
          </a:p>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Most process is slow</a:t>
            </a:r>
            <a:endParaRPr lang="en-IN" altLang="en-US" sz="2100">
              <a:latin typeface="Times New Roman" panose="02020603050405020304" charset="0"/>
              <a:cs typeface="Times New Roman" panose="02020603050405020304" charset="0"/>
            </a:endParaRPr>
          </a:p>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Requires more time to manage the record of orders</a:t>
            </a:r>
            <a:endParaRPr lang="en-IN" altLang="en-US" sz="2100">
              <a:latin typeface="Times New Roman" panose="02020603050405020304" charset="0"/>
              <a:cs typeface="Times New Roman" panose="02020603050405020304" charset="0"/>
            </a:endParaRPr>
          </a:p>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Offers all kinds of products</a:t>
            </a:r>
            <a:r>
              <a:rPr lang="en-IN" altLang="en-US" sz="2300">
                <a:latin typeface="Times New Roman" panose="02020603050405020304" charset="0"/>
                <a:cs typeface="Times New Roman" panose="02020603050405020304" charset="0"/>
              </a:rPr>
              <a:t> </a:t>
            </a:r>
            <a:endParaRPr lang="en-IN" altLang="en-US" sz="2300">
              <a:latin typeface="Times New Roman" panose="02020603050405020304" charset="0"/>
              <a:cs typeface="Times New Roman" panose="02020603050405020304" charset="0"/>
            </a:endParaRPr>
          </a:p>
        </p:txBody>
      </p:sp>
      <p:sp>
        <p:nvSpPr>
          <p:cNvPr id="5" name="Text Box 4"/>
          <p:cNvSpPr txBox="1"/>
          <p:nvPr/>
        </p:nvSpPr>
        <p:spPr>
          <a:xfrm>
            <a:off x="1786255" y="4693285"/>
            <a:ext cx="9751060" cy="1383665"/>
          </a:xfrm>
          <a:prstGeom prst="rect">
            <a:avLst/>
          </a:prstGeom>
          <a:noFill/>
        </p:spPr>
        <p:txBody>
          <a:bodyPr wrap="square" rtlCol="0" anchor="t" anchorCtr="0">
            <a:spAutoFit/>
          </a:bodyPr>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Aims to make manual system into digital system</a:t>
            </a:r>
            <a:endParaRPr lang="en-IN" altLang="en-US" sz="2100">
              <a:latin typeface="Times New Roman" panose="02020603050405020304" charset="0"/>
              <a:cs typeface="Times New Roman" panose="02020603050405020304" charset="0"/>
            </a:endParaRPr>
          </a:p>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Helps admin to maintain the record of the orders</a:t>
            </a:r>
            <a:endParaRPr lang="en-IN" altLang="en-US" sz="2100">
              <a:latin typeface="Times New Roman" panose="02020603050405020304" charset="0"/>
              <a:cs typeface="Times New Roman" panose="02020603050405020304" charset="0"/>
            </a:endParaRPr>
          </a:p>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User-friendly navigation</a:t>
            </a:r>
            <a:endParaRPr lang="en-IN" altLang="en-US" sz="2100">
              <a:latin typeface="Times New Roman" panose="02020603050405020304" charset="0"/>
              <a:cs typeface="Times New Roman" panose="02020603050405020304" charset="0"/>
            </a:endParaRPr>
          </a:p>
          <a:p>
            <a:pPr marL="342900" indent="-342900">
              <a:buFont typeface="Wingdings" panose="05000000000000000000" charset="0"/>
              <a:buChar char="ü"/>
            </a:pPr>
            <a:r>
              <a:rPr lang="en-IN" altLang="en-US" sz="2100">
                <a:latin typeface="Times New Roman" panose="02020603050405020304" charset="0"/>
                <a:cs typeface="Times New Roman" panose="02020603050405020304" charset="0"/>
              </a:rPr>
              <a:t>Resposive chatbot</a:t>
            </a:r>
            <a:endParaRPr lang="en-IN" altLang="en-US" sz="21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2400" b="1">
                <a:latin typeface="Times New Roman" panose="02020603050405020304" charset="0"/>
                <a:cs typeface="Times New Roman" panose="02020603050405020304" charset="0"/>
              </a:rPr>
              <a:t>SYSTEM CONFIGURATION</a:t>
            </a:r>
            <a:endParaRPr lang="en-IN" altLang="en-US" sz="24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591945"/>
            <a:ext cx="10515600" cy="4351338"/>
          </a:xfrm>
        </p:spPr>
        <p:txBody>
          <a:bodyPr/>
          <a:p>
            <a:pPr marL="0" indent="0">
              <a:buNone/>
            </a:pPr>
            <a:r>
              <a:rPr lang="en-IN" altLang="en-US" sz="2100" b="1">
                <a:latin typeface="Times New Roman" panose="02020603050405020304" charset="0"/>
                <a:cs typeface="Times New Roman" panose="02020603050405020304" charset="0"/>
              </a:rPr>
              <a:t>HARDWARE CONFIGURATION</a:t>
            </a:r>
            <a:endParaRPr lang="en-IN" altLang="en-US" sz="2100" b="1">
              <a:latin typeface="Times New Roman" panose="02020603050405020304" charset="0"/>
              <a:cs typeface="Times New Roman" panose="02020603050405020304" charset="0"/>
            </a:endParaRPr>
          </a:p>
          <a:p>
            <a:pPr marL="0" indent="0">
              <a:buNone/>
            </a:pPr>
            <a:endParaRPr lang="en-IN" altLang="en-US" sz="2100" b="1">
              <a:latin typeface="Times New Roman" panose="02020603050405020304" charset="0"/>
              <a:cs typeface="Times New Roman" panose="02020603050405020304" charset="0"/>
            </a:endParaRPr>
          </a:p>
          <a:p>
            <a:pPr marL="0" indent="0">
              <a:buNone/>
            </a:pPr>
            <a:endParaRPr lang="en-IN" altLang="en-US" sz="2100" b="1">
              <a:latin typeface="Times New Roman" panose="02020603050405020304" charset="0"/>
              <a:cs typeface="Times New Roman" panose="02020603050405020304" charset="0"/>
            </a:endParaRPr>
          </a:p>
          <a:p>
            <a:pPr marL="0" indent="0">
              <a:buNone/>
            </a:pPr>
            <a:endParaRPr lang="en-IN" altLang="en-US" sz="2100" b="1">
              <a:latin typeface="Times New Roman" panose="02020603050405020304" charset="0"/>
              <a:cs typeface="Times New Roman" panose="02020603050405020304" charset="0"/>
            </a:endParaRPr>
          </a:p>
          <a:p>
            <a:pPr marL="0" indent="0">
              <a:buNone/>
            </a:pPr>
            <a:endParaRPr lang="en-IN" altLang="en-US" sz="2100" b="1">
              <a:latin typeface="Times New Roman" panose="02020603050405020304" charset="0"/>
              <a:cs typeface="Times New Roman" panose="02020603050405020304" charset="0"/>
            </a:endParaRPr>
          </a:p>
          <a:p>
            <a:pPr marL="0" indent="0">
              <a:buNone/>
            </a:pPr>
            <a:r>
              <a:rPr lang="en-IN" altLang="en-US" sz="2100" b="1">
                <a:latin typeface="Times New Roman" panose="02020603050405020304" charset="0"/>
                <a:cs typeface="Times New Roman" panose="02020603050405020304" charset="0"/>
              </a:rPr>
              <a:t>SOFTWARE CONFIGURATION</a:t>
            </a:r>
            <a:endParaRPr lang="en-IN" altLang="en-US" sz="2100" b="1">
              <a:latin typeface="Times New Roman" panose="02020603050405020304" charset="0"/>
              <a:cs typeface="Times New Roman" panose="02020603050405020304" charset="0"/>
            </a:endParaRPr>
          </a:p>
        </p:txBody>
      </p:sp>
      <p:sp>
        <p:nvSpPr>
          <p:cNvPr id="4" name="Text Box 3"/>
          <p:cNvSpPr txBox="1"/>
          <p:nvPr/>
        </p:nvSpPr>
        <p:spPr>
          <a:xfrm>
            <a:off x="2111375" y="2078990"/>
            <a:ext cx="8804910" cy="1060450"/>
          </a:xfrm>
          <a:prstGeom prst="rect">
            <a:avLst/>
          </a:prstGeom>
          <a:noFill/>
        </p:spPr>
        <p:txBody>
          <a:bodyPr wrap="square" rtlCol="0">
            <a:spAutoFit/>
          </a:bodyPr>
          <a:p>
            <a:pPr indent="0">
              <a:buFont typeface="Wingdings" panose="05000000000000000000" charset="0"/>
              <a:buNone/>
            </a:pPr>
            <a:r>
              <a:rPr lang="en-IN" altLang="en-US" sz="2100">
                <a:latin typeface="Times New Roman" panose="02020603050405020304" charset="0"/>
                <a:cs typeface="Times New Roman" panose="02020603050405020304" charset="0"/>
              </a:rPr>
              <a:t>Processor     :        </a:t>
            </a:r>
            <a:r>
              <a:rPr lang="en-US" altLang="en-US" sz="2100">
                <a:latin typeface="Times New Roman" panose="02020603050405020304" charset="0"/>
                <a:cs typeface="Times New Roman" panose="02020603050405020304" charset="0"/>
              </a:rPr>
              <a:t>Intel(R) Core(TM) i3-1215U</a:t>
            </a:r>
            <a:r>
              <a:rPr lang="en-IN" altLang="en-US" sz="2100">
                <a:latin typeface="Times New Roman" panose="02020603050405020304" charset="0"/>
                <a:cs typeface="Times New Roman" panose="02020603050405020304" charset="0"/>
              </a:rPr>
              <a:t> </a:t>
            </a:r>
            <a:r>
              <a:rPr lang="en-US" altLang="en-US" sz="2100">
                <a:latin typeface="Times New Roman" panose="02020603050405020304" charset="0"/>
                <a:cs typeface="Times New Roman" panose="02020603050405020304" charset="0"/>
              </a:rPr>
              <a:t>1.20 GHz</a:t>
            </a:r>
            <a:endParaRPr lang="en-US" altLang="en-US" sz="2100">
              <a:latin typeface="Times New Roman" panose="02020603050405020304" charset="0"/>
              <a:cs typeface="Times New Roman" panose="02020603050405020304" charset="0"/>
            </a:endParaRPr>
          </a:p>
          <a:p>
            <a:pPr indent="0">
              <a:buFont typeface="Wingdings" panose="05000000000000000000" charset="0"/>
              <a:buNone/>
            </a:pPr>
            <a:r>
              <a:rPr lang="en-IN" altLang="en-US" sz="2100">
                <a:latin typeface="Times New Roman" panose="02020603050405020304" charset="0"/>
                <a:cs typeface="Times New Roman" panose="02020603050405020304" charset="0"/>
              </a:rPr>
              <a:t>RAM            :       </a:t>
            </a:r>
            <a:r>
              <a:rPr lang="en-US" altLang="en-US" sz="2100">
                <a:latin typeface="Times New Roman" panose="02020603050405020304" charset="0"/>
                <a:cs typeface="Times New Roman" panose="02020603050405020304" charset="0"/>
              </a:rPr>
              <a:t>8.00 GB (7.69 GB usable)</a:t>
            </a:r>
            <a:endParaRPr lang="en-US" altLang="en-US" sz="2100">
              <a:latin typeface="Times New Roman" panose="02020603050405020304" charset="0"/>
              <a:cs typeface="Times New Roman" panose="02020603050405020304" charset="0"/>
            </a:endParaRPr>
          </a:p>
          <a:p>
            <a:pPr indent="0">
              <a:buFont typeface="Wingdings" panose="05000000000000000000" charset="0"/>
              <a:buNone/>
            </a:pPr>
            <a:r>
              <a:rPr lang="en-IN" altLang="en-US" sz="2100">
                <a:latin typeface="Times New Roman" panose="02020603050405020304" charset="0"/>
                <a:cs typeface="Times New Roman" panose="02020603050405020304" charset="0"/>
              </a:rPr>
              <a:t>Hard disk     :       1TB</a:t>
            </a:r>
            <a:endParaRPr lang="en-IN" altLang="en-US" sz="2100">
              <a:latin typeface="Times New Roman" panose="02020603050405020304" charset="0"/>
              <a:cs typeface="Times New Roman" panose="02020603050405020304" charset="0"/>
            </a:endParaRPr>
          </a:p>
        </p:txBody>
      </p:sp>
      <p:sp>
        <p:nvSpPr>
          <p:cNvPr id="5" name="Text Box 4"/>
          <p:cNvSpPr txBox="1"/>
          <p:nvPr/>
        </p:nvSpPr>
        <p:spPr>
          <a:xfrm>
            <a:off x="2111375" y="3993515"/>
            <a:ext cx="7339965" cy="1706880"/>
          </a:xfrm>
          <a:prstGeom prst="rect">
            <a:avLst/>
          </a:prstGeom>
          <a:noFill/>
        </p:spPr>
        <p:txBody>
          <a:bodyPr wrap="square" rtlCol="0">
            <a:spAutoFit/>
          </a:bodyPr>
          <a:p>
            <a:pPr indent="0">
              <a:buFont typeface="Wingdings" panose="05000000000000000000" charset="0"/>
              <a:buNone/>
            </a:pPr>
            <a:r>
              <a:rPr lang="en-IN" altLang="en-US" sz="2100">
                <a:latin typeface="Times New Roman" panose="02020603050405020304" charset="0"/>
                <a:cs typeface="Times New Roman" panose="02020603050405020304" charset="0"/>
              </a:rPr>
              <a:t>Front end         :         Html, css, javascript, bootstrap</a:t>
            </a:r>
            <a:endParaRPr lang="en-IN" altLang="en-US" sz="2100">
              <a:latin typeface="Times New Roman" panose="02020603050405020304" charset="0"/>
              <a:cs typeface="Times New Roman" panose="02020603050405020304" charset="0"/>
            </a:endParaRPr>
          </a:p>
          <a:p>
            <a:pPr indent="0">
              <a:buFont typeface="Wingdings" panose="05000000000000000000" charset="0"/>
              <a:buNone/>
            </a:pPr>
            <a:r>
              <a:rPr lang="en-IN" altLang="en-US" sz="2100">
                <a:latin typeface="Times New Roman" panose="02020603050405020304" charset="0"/>
                <a:cs typeface="Times New Roman" panose="02020603050405020304" charset="0"/>
              </a:rPr>
              <a:t>Back end         :         Mysql, php</a:t>
            </a:r>
            <a:endParaRPr lang="en-IN" altLang="en-US" sz="2100">
              <a:latin typeface="Times New Roman" panose="02020603050405020304" charset="0"/>
              <a:cs typeface="Times New Roman" panose="02020603050405020304" charset="0"/>
            </a:endParaRPr>
          </a:p>
          <a:p>
            <a:pPr indent="0">
              <a:buFont typeface="Wingdings" panose="05000000000000000000" charset="0"/>
              <a:buNone/>
            </a:pPr>
            <a:r>
              <a:rPr lang="en-IN" altLang="en-US" sz="2100">
                <a:latin typeface="Times New Roman" panose="02020603050405020304" charset="0"/>
                <a:cs typeface="Times New Roman" panose="02020603050405020304" charset="0"/>
              </a:rPr>
              <a:t>OS                   :         Microsoft Windows 11, 64-bit</a:t>
            </a:r>
            <a:endParaRPr lang="en-IN" altLang="en-US" sz="2100">
              <a:latin typeface="Times New Roman" panose="02020603050405020304" charset="0"/>
              <a:cs typeface="Times New Roman" panose="02020603050405020304" charset="0"/>
            </a:endParaRPr>
          </a:p>
          <a:p>
            <a:pPr indent="0">
              <a:buFont typeface="Wingdings" panose="05000000000000000000" charset="0"/>
              <a:buNone/>
            </a:pPr>
            <a:r>
              <a:rPr lang="en-IN" altLang="en-US" sz="2100">
                <a:latin typeface="Times New Roman" panose="02020603050405020304" charset="0"/>
                <a:cs typeface="Times New Roman" panose="02020603050405020304" charset="0"/>
              </a:rPr>
              <a:t>Server             :         Xampp</a:t>
            </a:r>
            <a:endParaRPr lang="en-IN" altLang="en-US" sz="2100">
              <a:latin typeface="Times New Roman" panose="02020603050405020304" charset="0"/>
              <a:cs typeface="Times New Roman" panose="02020603050405020304" charset="0"/>
            </a:endParaRPr>
          </a:p>
          <a:p>
            <a:pPr indent="0">
              <a:buFont typeface="Wingdings" panose="05000000000000000000" charset="0"/>
              <a:buNone/>
            </a:pPr>
            <a:r>
              <a:rPr lang="en-IN" altLang="en-US" sz="2100">
                <a:latin typeface="Times New Roman" panose="02020603050405020304" charset="0"/>
                <a:cs typeface="Times New Roman" panose="02020603050405020304" charset="0"/>
              </a:rPr>
              <a:t>Web Browser  :        Chrome</a:t>
            </a:r>
            <a:endParaRPr lang="en-IN" altLang="en-US" sz="21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2600" b="1">
                <a:latin typeface="Times New Roman" panose="02020603050405020304" charset="0"/>
                <a:cs typeface="Times New Roman" panose="02020603050405020304" charset="0"/>
              </a:rPr>
              <a:t>MODULES</a:t>
            </a:r>
            <a:endParaRPr lang="en-IN" altLang="en-US" sz="26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152140" y="1691005"/>
            <a:ext cx="3194685" cy="4351655"/>
          </a:xfrm>
        </p:spPr>
        <p:txBody>
          <a:bodyPr/>
          <a:p>
            <a:pPr>
              <a:buFont typeface="Arial" panose="020B0604020202020204" pitchFamily="34" charset="0"/>
              <a:buChar char="•"/>
            </a:pPr>
            <a:r>
              <a:rPr lang="en-IN" altLang="en-US" sz="2200">
                <a:latin typeface="Times New Roman" panose="02020603050405020304" charset="0"/>
                <a:cs typeface="Times New Roman" panose="02020603050405020304" charset="0"/>
              </a:rPr>
              <a:t>Home page</a:t>
            </a:r>
            <a:endParaRPr lang="en-IN" altLang="en-US" sz="2200">
              <a:latin typeface="Times New Roman" panose="02020603050405020304" charset="0"/>
              <a:cs typeface="Times New Roman" panose="02020603050405020304" charset="0"/>
            </a:endParaRPr>
          </a:p>
          <a:p>
            <a:pPr>
              <a:buFont typeface="Arial" panose="020B0604020202020204" pitchFamily="34" charset="0"/>
              <a:buChar char="•"/>
            </a:pPr>
            <a:r>
              <a:rPr lang="en-IN" altLang="en-US" sz="2200">
                <a:latin typeface="Times New Roman" panose="02020603050405020304" charset="0"/>
                <a:cs typeface="Times New Roman" panose="02020603050405020304" charset="0"/>
              </a:rPr>
              <a:t>Products</a:t>
            </a:r>
            <a:endParaRPr lang="en-IN" altLang="en-US" sz="2200">
              <a:latin typeface="Times New Roman" panose="02020603050405020304" charset="0"/>
              <a:cs typeface="Times New Roman" panose="02020603050405020304" charset="0"/>
            </a:endParaRPr>
          </a:p>
          <a:p>
            <a:pPr>
              <a:buFont typeface="Arial" panose="020B0604020202020204" pitchFamily="34" charset="0"/>
              <a:buChar char="•"/>
            </a:pPr>
            <a:r>
              <a:rPr lang="en-IN" altLang="en-US" sz="2200">
                <a:latin typeface="Times New Roman" panose="02020603050405020304" charset="0"/>
                <a:cs typeface="Times New Roman" panose="02020603050405020304" charset="0"/>
              </a:rPr>
              <a:t>User account</a:t>
            </a:r>
            <a:endParaRPr lang="en-IN" altLang="en-US" sz="2200">
              <a:latin typeface="Times New Roman" panose="02020603050405020304" charset="0"/>
              <a:cs typeface="Times New Roman" panose="02020603050405020304" charset="0"/>
            </a:endParaRPr>
          </a:p>
          <a:p>
            <a:pPr>
              <a:buFont typeface="Arial" panose="020B0604020202020204" pitchFamily="34" charset="0"/>
              <a:buChar char="•"/>
            </a:pPr>
            <a:r>
              <a:rPr lang="en-IN" altLang="en-US" sz="2200">
                <a:latin typeface="Times New Roman" panose="02020603050405020304" charset="0"/>
                <a:cs typeface="Times New Roman" panose="02020603050405020304" charset="0"/>
                <a:sym typeface="+mn-ea"/>
              </a:rPr>
              <a:t>Admin dashboard</a:t>
            </a:r>
            <a:endParaRPr lang="en-IN" altLang="en-US" sz="2200">
              <a:latin typeface="Times New Roman" panose="02020603050405020304" charset="0"/>
              <a:cs typeface="Times New Roman" panose="02020603050405020304" charset="0"/>
            </a:endParaRPr>
          </a:p>
          <a:p>
            <a:pPr>
              <a:buFont typeface="Arial" panose="020B0604020202020204" pitchFamily="34" charset="0"/>
              <a:buChar char="•"/>
            </a:pPr>
            <a:r>
              <a:rPr lang="en-IN" altLang="en-US" sz="2200">
                <a:latin typeface="Times New Roman" panose="02020603050405020304" charset="0"/>
                <a:cs typeface="Times New Roman" panose="02020603050405020304" charset="0"/>
              </a:rPr>
              <a:t>Shopping cart</a:t>
            </a:r>
            <a:endParaRPr lang="en-IN" altLang="en-US" sz="2200">
              <a:latin typeface="Times New Roman" panose="02020603050405020304" charset="0"/>
              <a:cs typeface="Times New Roman" panose="02020603050405020304" charset="0"/>
            </a:endParaRPr>
          </a:p>
          <a:p>
            <a:pPr>
              <a:buFont typeface="Arial" panose="020B0604020202020204" pitchFamily="34" charset="0"/>
              <a:buChar char="•"/>
            </a:pPr>
            <a:r>
              <a:rPr lang="en-IN" altLang="en-US" sz="2200">
                <a:latin typeface="Times New Roman" panose="02020603050405020304" charset="0"/>
                <a:cs typeface="Times New Roman" panose="02020603050405020304" charset="0"/>
              </a:rPr>
              <a:t>Checkout</a:t>
            </a:r>
            <a:r>
              <a:rPr lang="en-IN" altLang="en-US" sz="2300">
                <a:latin typeface="Times New Roman" panose="02020603050405020304" charset="0"/>
                <a:cs typeface="Times New Roman" panose="02020603050405020304" charset="0"/>
              </a:rPr>
              <a:t> </a:t>
            </a:r>
            <a:endParaRPr lang="en-IN" altLang="en-US" sz="2300">
              <a:latin typeface="Times New Roman" panose="02020603050405020304" charset="0"/>
              <a:cs typeface="Times New Roman" panose="02020603050405020304" charset="0"/>
            </a:endParaRPr>
          </a:p>
          <a:p>
            <a:pPr marL="0" indent="0">
              <a:buFont typeface="Wingdings" panose="05000000000000000000" charset="0"/>
              <a:buNone/>
            </a:pPr>
            <a:endParaRPr lang="en-IN" altLang="en-US" sz="23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2600" b="1">
                <a:latin typeface="Times New Roman" panose="02020603050405020304" charset="0"/>
                <a:cs typeface="Times New Roman" panose="02020603050405020304" charset="0"/>
              </a:rPr>
              <a:t>MODULE DESCRIPTIONS</a:t>
            </a:r>
            <a:endParaRPr lang="en-IN" altLang="en-US" sz="2600" b="1">
              <a:latin typeface="Times New Roman" panose="02020603050405020304" charset="0"/>
              <a:cs typeface="Times New Roman" panose="02020603050405020304" charset="0"/>
            </a:endParaRPr>
          </a:p>
        </p:txBody>
      </p:sp>
      <p:sp>
        <p:nvSpPr>
          <p:cNvPr id="6" name="Text Box 5"/>
          <p:cNvSpPr txBox="1"/>
          <p:nvPr/>
        </p:nvSpPr>
        <p:spPr>
          <a:xfrm>
            <a:off x="2021840" y="2103755"/>
            <a:ext cx="9363075" cy="1613535"/>
          </a:xfrm>
          <a:prstGeom prst="rect">
            <a:avLst/>
          </a:prstGeom>
          <a:noFill/>
        </p:spPr>
        <p:txBody>
          <a:bodyPr wrap="square" rtlCol="0">
            <a:noAutofit/>
          </a:bodyPr>
          <a:p>
            <a:pPr algn="just">
              <a:lnSpc>
                <a:spcPct val="100000"/>
              </a:lnSpc>
            </a:pPr>
            <a:r>
              <a:rPr lang="en-IN" altLang="en-US" sz="2100">
                <a:latin typeface="Times New Roman" panose="02020603050405020304" charset="0"/>
                <a:cs typeface="Times New Roman" panose="02020603050405020304" charset="0"/>
              </a:rPr>
              <a:t>Home page module typically provides a brief introduction to features and service on this website. This helps visitors quickly understand what the website offers and how they can access the different services or modules. </a:t>
            </a:r>
            <a:endParaRPr lang="en-IN" altLang="en-US" sz="2100">
              <a:latin typeface="Times New Roman" panose="02020603050405020304" charset="0"/>
              <a:cs typeface="Times New Roman" panose="02020603050405020304" charset="0"/>
            </a:endParaRPr>
          </a:p>
        </p:txBody>
      </p:sp>
      <p:sp>
        <p:nvSpPr>
          <p:cNvPr id="7" name="Text Box 6"/>
          <p:cNvSpPr txBox="1"/>
          <p:nvPr/>
        </p:nvSpPr>
        <p:spPr>
          <a:xfrm>
            <a:off x="1313180" y="3653790"/>
            <a:ext cx="4064000" cy="398780"/>
          </a:xfrm>
          <a:prstGeom prst="rect">
            <a:avLst/>
          </a:prstGeom>
          <a:noFill/>
        </p:spPr>
        <p:txBody>
          <a:bodyPr wrap="square" rtlCol="0">
            <a:spAutoFit/>
          </a:bodyPr>
          <a:p>
            <a:pPr marL="342900" indent="-342900">
              <a:buFont typeface="Wingdings" panose="05000000000000000000" charset="0"/>
              <a:buChar char="§"/>
            </a:pPr>
            <a:r>
              <a:rPr lang="en-IN" altLang="en-US" sz="2000" b="1">
                <a:latin typeface="Times New Roman" panose="02020603050405020304" charset="0"/>
                <a:cs typeface="Times New Roman" panose="02020603050405020304" charset="0"/>
                <a:sym typeface="+mn-ea"/>
              </a:rPr>
              <a:t>Products</a:t>
            </a:r>
            <a:r>
              <a:rPr lang="en-IN" altLang="en-US" sz="2000" b="1">
                <a:latin typeface="Times New Roman" panose="02020603050405020304" charset="0"/>
                <a:cs typeface="Times New Roman" panose="02020603050405020304" charset="0"/>
                <a:sym typeface="+mn-ea"/>
              </a:rPr>
              <a:t>:</a:t>
            </a:r>
            <a:endParaRPr lang="en-IN" altLang="en-US" sz="2000" b="1">
              <a:latin typeface="Times New Roman" panose="02020603050405020304" charset="0"/>
              <a:cs typeface="Times New Roman" panose="02020603050405020304" charset="0"/>
              <a:sym typeface="+mn-ea"/>
            </a:endParaRPr>
          </a:p>
        </p:txBody>
      </p:sp>
      <p:sp>
        <p:nvSpPr>
          <p:cNvPr id="8" name="Text Box 7"/>
          <p:cNvSpPr txBox="1"/>
          <p:nvPr/>
        </p:nvSpPr>
        <p:spPr>
          <a:xfrm>
            <a:off x="1942465" y="4272915"/>
            <a:ext cx="9442450" cy="737235"/>
          </a:xfrm>
          <a:prstGeom prst="rect">
            <a:avLst/>
          </a:prstGeom>
          <a:noFill/>
        </p:spPr>
        <p:txBody>
          <a:bodyPr wrap="square" rtlCol="0">
            <a:spAutoFit/>
          </a:bodyPr>
          <a:p>
            <a:pPr algn="just"/>
            <a:r>
              <a:rPr lang="en-IN" altLang="en-US" sz="2100">
                <a:latin typeface="Times New Roman" panose="02020603050405020304" charset="0"/>
                <a:cs typeface="Times New Roman" panose="02020603050405020304" charset="0"/>
              </a:rPr>
              <a:t>Product module highlights all of the products, helping users to understand what all items are available in the website and why they should explore it more.</a:t>
            </a:r>
            <a:endParaRPr lang="en-IN" altLang="en-US" sz="2100">
              <a:latin typeface="Times New Roman" panose="02020603050405020304" charset="0"/>
              <a:cs typeface="Times New Roman" panose="02020603050405020304" charset="0"/>
            </a:endParaRPr>
          </a:p>
        </p:txBody>
      </p:sp>
      <p:sp>
        <p:nvSpPr>
          <p:cNvPr id="3" name="Text Box 2"/>
          <p:cNvSpPr txBox="1"/>
          <p:nvPr/>
        </p:nvSpPr>
        <p:spPr>
          <a:xfrm>
            <a:off x="1313180" y="1579880"/>
            <a:ext cx="4064000" cy="398780"/>
          </a:xfrm>
          <a:prstGeom prst="rect">
            <a:avLst/>
          </a:prstGeom>
          <a:noFill/>
        </p:spPr>
        <p:txBody>
          <a:bodyPr wrap="square" rtlCol="0">
            <a:spAutoFit/>
          </a:bodyPr>
          <a:p>
            <a:pPr marL="342900" indent="-342900">
              <a:buFont typeface="Wingdings" panose="05000000000000000000" charset="0"/>
              <a:buChar char="§"/>
            </a:pPr>
            <a:r>
              <a:rPr lang="en-IN" altLang="en-US" sz="2000" b="1">
                <a:latin typeface="Times New Roman" panose="02020603050405020304" charset="0"/>
                <a:cs typeface="Times New Roman" panose="02020603050405020304" charset="0"/>
                <a:sym typeface="+mn-ea"/>
              </a:rPr>
              <a:t>Home Page </a:t>
            </a:r>
            <a:r>
              <a:rPr lang="en-IN" altLang="en-US" sz="2000" b="1">
                <a:latin typeface="Times New Roman" panose="02020603050405020304" charset="0"/>
                <a:cs typeface="Times New Roman" panose="02020603050405020304" charset="0"/>
                <a:sym typeface="+mn-ea"/>
              </a:rPr>
              <a:t>:</a:t>
            </a:r>
            <a:endParaRPr lang="en-IN" altLang="en-US" sz="2000" b="1">
              <a:latin typeface="Times New Roman" panose="02020603050405020304" charset="0"/>
              <a:cs typeface="Times New Roman" panose="0202060305040502030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1863725" y="1915160"/>
            <a:ext cx="9333865" cy="1060450"/>
          </a:xfrm>
          <a:prstGeom prst="rect">
            <a:avLst/>
          </a:prstGeom>
          <a:noFill/>
        </p:spPr>
        <p:txBody>
          <a:bodyPr wrap="square" rtlCol="0">
            <a:spAutoFit/>
          </a:bodyPr>
          <a:p>
            <a:pPr algn="just"/>
            <a:r>
              <a:rPr lang="en-IN" altLang="en-US" sz="2100">
                <a:latin typeface="Times New Roman" panose="02020603050405020304" charset="0"/>
                <a:cs typeface="Times New Roman" panose="02020603050405020304" charset="0"/>
              </a:rPr>
              <a:t>User account module helps visitors understand why having an account on the website can enhance their shopping, preferences,etc. It provides an overview of benefits of creating and managing an user account f</a:t>
            </a:r>
            <a:r>
              <a:rPr lang="en-IN" altLang="en-US" sz="2100">
                <a:latin typeface="Times New Roman" panose="02020603050405020304" charset="0"/>
                <a:cs typeface="Times New Roman" panose="02020603050405020304" charset="0"/>
                <a:sym typeface="+mn-ea"/>
              </a:rPr>
              <a:t>or admi</a:t>
            </a:r>
            <a:r>
              <a:rPr lang="en-IN" altLang="en-US" sz="2100">
                <a:latin typeface="Times New Roman" panose="02020603050405020304" charset="0"/>
                <a:cs typeface="Times New Roman" panose="02020603050405020304" charset="0"/>
              </a:rPr>
              <a:t>n</a:t>
            </a:r>
            <a:r>
              <a:rPr lang="en-IN" altLang="en-US" sz="2100"/>
              <a:t>. </a:t>
            </a:r>
            <a:endParaRPr lang="en-IN" altLang="en-US" sz="2100"/>
          </a:p>
        </p:txBody>
      </p:sp>
      <p:sp>
        <p:nvSpPr>
          <p:cNvPr id="9" name="Text Box 8"/>
          <p:cNvSpPr txBox="1"/>
          <p:nvPr/>
        </p:nvSpPr>
        <p:spPr>
          <a:xfrm>
            <a:off x="1863725" y="4233545"/>
            <a:ext cx="9445625" cy="1060450"/>
          </a:xfrm>
          <a:prstGeom prst="rect">
            <a:avLst/>
          </a:prstGeom>
          <a:noFill/>
        </p:spPr>
        <p:txBody>
          <a:bodyPr wrap="square" rtlCol="0">
            <a:spAutoFit/>
          </a:bodyPr>
          <a:p>
            <a:pPr algn="just"/>
            <a:r>
              <a:rPr lang="en-IN" altLang="en-US" sz="2100">
                <a:latin typeface="Times New Roman" panose="02020603050405020304" charset="0"/>
                <a:cs typeface="Times New Roman" panose="02020603050405020304" charset="0"/>
              </a:rPr>
              <a:t>Admin dashboard module provides interface that allows the website’s admin to manage various aspects such as products, users,orders and more. It provides admin some set of tools for managing the platform.</a:t>
            </a:r>
            <a:endParaRPr lang="en-IN" altLang="en-US" sz="2100">
              <a:latin typeface="Times New Roman" panose="02020603050405020304" charset="0"/>
              <a:cs typeface="Times New Roman" panose="02020603050405020304" charset="0"/>
            </a:endParaRPr>
          </a:p>
        </p:txBody>
      </p:sp>
      <p:sp>
        <p:nvSpPr>
          <p:cNvPr id="11" name="Text Box 10"/>
          <p:cNvSpPr txBox="1"/>
          <p:nvPr/>
        </p:nvSpPr>
        <p:spPr>
          <a:xfrm>
            <a:off x="1303020" y="1294765"/>
            <a:ext cx="4064000" cy="414020"/>
          </a:xfrm>
          <a:prstGeom prst="rect">
            <a:avLst/>
          </a:prstGeom>
          <a:noFill/>
        </p:spPr>
        <p:txBody>
          <a:bodyPr wrap="square" rtlCol="0">
            <a:spAutoFit/>
          </a:bodyPr>
          <a:p>
            <a:pPr marL="342900" indent="-342900">
              <a:buFont typeface="Wingdings" panose="05000000000000000000" charset="0"/>
              <a:buChar char="§"/>
            </a:pPr>
            <a:r>
              <a:rPr lang="en-IN" altLang="en-US" sz="2100" b="1">
                <a:latin typeface="Times New Roman" panose="02020603050405020304" charset="0"/>
                <a:cs typeface="Times New Roman" panose="02020603050405020304" charset="0"/>
                <a:sym typeface="+mn-ea"/>
              </a:rPr>
              <a:t>User account:</a:t>
            </a:r>
            <a:endParaRPr lang="en-US" sz="2100"/>
          </a:p>
        </p:txBody>
      </p:sp>
      <p:sp>
        <p:nvSpPr>
          <p:cNvPr id="12" name="Text Box 11"/>
          <p:cNvSpPr txBox="1"/>
          <p:nvPr/>
        </p:nvSpPr>
        <p:spPr>
          <a:xfrm>
            <a:off x="1303020" y="3523615"/>
            <a:ext cx="4064000" cy="452120"/>
          </a:xfrm>
          <a:prstGeom prst="rect">
            <a:avLst/>
          </a:prstGeom>
          <a:noFill/>
        </p:spPr>
        <p:txBody>
          <a:bodyPr wrap="square" rtlCol="0">
            <a:noAutofit/>
          </a:bodyPr>
          <a:p>
            <a:pPr marL="342900" indent="-342900">
              <a:buFont typeface="Wingdings" panose="05000000000000000000" charset="0"/>
              <a:buChar char="§"/>
            </a:pPr>
            <a:r>
              <a:rPr lang="en-IN" altLang="en-US" sz="2100" b="1">
                <a:latin typeface="Times New Roman" panose="02020603050405020304" charset="0"/>
                <a:cs typeface="Times New Roman" panose="02020603050405020304" charset="0"/>
                <a:sym typeface="+mn-ea"/>
              </a:rPr>
              <a:t>Admin dashboard:</a:t>
            </a:r>
            <a:endParaRPr lang="en-IN" altLang="en-US" sz="2300" b="1">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sz="2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343660" y="1358265"/>
            <a:ext cx="4064000" cy="414020"/>
          </a:xfrm>
          <a:prstGeom prst="rect">
            <a:avLst/>
          </a:prstGeom>
          <a:noFill/>
        </p:spPr>
        <p:txBody>
          <a:bodyPr wrap="square" rtlCol="0">
            <a:spAutoFit/>
          </a:bodyPr>
          <a:p>
            <a:pPr marL="342900" indent="-342900">
              <a:buFont typeface="Wingdings" panose="05000000000000000000" charset="0"/>
              <a:buChar char="§"/>
            </a:pPr>
            <a:r>
              <a:rPr lang="en-IN" altLang="en-US" sz="2100" b="1">
                <a:latin typeface="Times New Roman" panose="02020603050405020304" charset="0"/>
                <a:cs typeface="Times New Roman" panose="02020603050405020304" charset="0"/>
              </a:rPr>
              <a:t>Shopping cart:</a:t>
            </a:r>
            <a:endParaRPr lang="en-IN" altLang="en-US" sz="2100" b="1">
              <a:latin typeface="Times New Roman" panose="02020603050405020304" charset="0"/>
              <a:cs typeface="Times New Roman" panose="02020603050405020304" charset="0"/>
            </a:endParaRPr>
          </a:p>
        </p:txBody>
      </p:sp>
      <p:sp>
        <p:nvSpPr>
          <p:cNvPr id="5" name="Text Box 4"/>
          <p:cNvSpPr txBox="1"/>
          <p:nvPr/>
        </p:nvSpPr>
        <p:spPr>
          <a:xfrm>
            <a:off x="2282190" y="2046605"/>
            <a:ext cx="8905875" cy="1106805"/>
          </a:xfrm>
          <a:prstGeom prst="rect">
            <a:avLst/>
          </a:prstGeom>
          <a:noFill/>
        </p:spPr>
        <p:txBody>
          <a:bodyPr wrap="square" rtlCol="0">
            <a:spAutoFit/>
          </a:bodyPr>
          <a:p>
            <a:pPr algn="just"/>
            <a:r>
              <a:rPr lang="en-IN" altLang="en-US" sz="2200">
                <a:latin typeface="Times New Roman" panose="02020603050405020304" charset="0"/>
                <a:cs typeface="Times New Roman" panose="02020603050405020304" charset="0"/>
              </a:rPr>
              <a:t>Shopping cart module allows users to add, view, modify and purchase products in their cart. This module is crucial for the website as it makes easier for the customer to manage their products before checkout.</a:t>
            </a:r>
            <a:endParaRPr lang="en-IN" altLang="en-US" sz="2200">
              <a:latin typeface="Times New Roman" panose="02020603050405020304" charset="0"/>
              <a:cs typeface="Times New Roman" panose="02020603050405020304" charset="0"/>
            </a:endParaRPr>
          </a:p>
        </p:txBody>
      </p:sp>
      <p:sp>
        <p:nvSpPr>
          <p:cNvPr id="6" name="Text Box 5"/>
          <p:cNvSpPr txBox="1"/>
          <p:nvPr/>
        </p:nvSpPr>
        <p:spPr>
          <a:xfrm>
            <a:off x="1401445" y="3632835"/>
            <a:ext cx="4064000" cy="460375"/>
          </a:xfrm>
          <a:prstGeom prst="rect">
            <a:avLst/>
          </a:prstGeom>
          <a:noFill/>
        </p:spPr>
        <p:txBody>
          <a:bodyPr wrap="square" rtlCol="0">
            <a:spAutoFit/>
          </a:bodyPr>
          <a:p>
            <a:pPr marL="342900" indent="-342900">
              <a:buFont typeface="Wingdings" panose="05000000000000000000" charset="0"/>
              <a:buChar char="§"/>
            </a:pPr>
            <a:r>
              <a:rPr lang="en-IN" altLang="en-US" sz="2300" b="1">
                <a:latin typeface="Times New Roman" panose="02020603050405020304" charset="0"/>
                <a:cs typeface="Times New Roman" panose="02020603050405020304" charset="0"/>
              </a:rPr>
              <a:t>Checkout</a:t>
            </a:r>
            <a:r>
              <a:rPr lang="en-IN" altLang="en-US" sz="2400" b="1">
                <a:latin typeface="Times New Roman" panose="02020603050405020304" charset="0"/>
                <a:cs typeface="Times New Roman" panose="02020603050405020304" charset="0"/>
              </a:rPr>
              <a:t>:</a:t>
            </a:r>
            <a:endParaRPr lang="en-IN" altLang="en-US" sz="2400" b="1">
              <a:latin typeface="Times New Roman" panose="02020603050405020304" charset="0"/>
              <a:cs typeface="Times New Roman" panose="02020603050405020304" charset="0"/>
            </a:endParaRPr>
          </a:p>
        </p:txBody>
      </p:sp>
      <p:sp>
        <p:nvSpPr>
          <p:cNvPr id="7" name="Text Box 6"/>
          <p:cNvSpPr txBox="1"/>
          <p:nvPr/>
        </p:nvSpPr>
        <p:spPr>
          <a:xfrm>
            <a:off x="2282190" y="4345305"/>
            <a:ext cx="8905875" cy="737235"/>
          </a:xfrm>
          <a:prstGeom prst="rect">
            <a:avLst/>
          </a:prstGeom>
          <a:noFill/>
        </p:spPr>
        <p:txBody>
          <a:bodyPr wrap="square" rtlCol="0">
            <a:spAutoFit/>
          </a:bodyPr>
          <a:p>
            <a:pPr algn="just"/>
            <a:r>
              <a:rPr lang="en-IN" altLang="en-US" sz="2100">
                <a:latin typeface="Times New Roman" panose="02020603050405020304" charset="0"/>
                <a:cs typeface="Times New Roman" panose="02020603050405020304" charset="0"/>
              </a:rPr>
              <a:t>Checkout module provides overview of reviewing their orders to proceed and select the payment method to complete the transaction.</a:t>
            </a:r>
            <a:endParaRPr lang="en-IN" altLang="en-US" sz="21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4-07 103915"/>
          <p:cNvPicPr>
            <a:picLocks noChangeAspect="1"/>
          </p:cNvPicPr>
          <p:nvPr/>
        </p:nvPicPr>
        <p:blipFill>
          <a:blip r:embed="rId1"/>
          <a:stretch>
            <a:fillRect/>
          </a:stretch>
        </p:blipFill>
        <p:spPr>
          <a:xfrm>
            <a:off x="902970" y="1927225"/>
            <a:ext cx="10717530" cy="2972435"/>
          </a:xfrm>
          <a:prstGeom prst="rect">
            <a:avLst/>
          </a:prstGeom>
        </p:spPr>
      </p:pic>
      <p:sp>
        <p:nvSpPr>
          <p:cNvPr id="5" name="Text Box 4"/>
          <p:cNvSpPr txBox="1"/>
          <p:nvPr/>
        </p:nvSpPr>
        <p:spPr>
          <a:xfrm>
            <a:off x="3980180" y="434975"/>
            <a:ext cx="4563745" cy="460375"/>
          </a:xfrm>
          <a:prstGeom prst="rect">
            <a:avLst/>
          </a:prstGeom>
          <a:noFill/>
        </p:spPr>
        <p:txBody>
          <a:bodyPr wrap="square" rtlCol="0" anchor="t">
            <a:spAutoFit/>
          </a:bodyPr>
          <a:p>
            <a:r>
              <a:rPr lang="en-IN" altLang="zh-CN" sz="2400" b="1">
                <a:ln w="38100">
                  <a:noFill/>
                </a:ln>
                <a:latin typeface="Times New Roman" panose="02020603050405020304" charset="0"/>
                <a:ea typeface="+mj-ea"/>
                <a:cs typeface="Times New Roman" panose="02020603050405020304" charset="0"/>
                <a:sym typeface="+mn-lt"/>
              </a:rPr>
              <a:t>Data Flow Diagram </a:t>
            </a:r>
            <a:r>
              <a:rPr lang="en-IN" altLang="zh-CN" sz="2200" b="1">
                <a:ln w="38100">
                  <a:noFill/>
                </a:ln>
                <a:latin typeface="Times New Roman" panose="02020603050405020304" charset="0"/>
                <a:ea typeface="+mj-ea"/>
                <a:cs typeface="Times New Roman" panose="02020603050405020304" charset="0"/>
                <a:sym typeface="+mn-lt"/>
              </a:rPr>
              <a:t>- </a:t>
            </a:r>
            <a:r>
              <a:rPr lang="en-IN" altLang="zh-CN" b="1">
                <a:ln w="38100">
                  <a:noFill/>
                </a:ln>
                <a:latin typeface="Times New Roman" panose="02020603050405020304" charset="0"/>
                <a:ea typeface="+mj-ea"/>
                <a:cs typeface="Times New Roman" panose="02020603050405020304" charset="0"/>
                <a:sym typeface="+mn-lt"/>
              </a:rPr>
              <a:t>LEVEL ZERO</a:t>
            </a:r>
            <a:endParaRPr lang="en-IN" altLang="zh-CN" b="1">
              <a:ln w="38100">
                <a:noFill/>
              </a:ln>
              <a:latin typeface="Times New Roman" panose="02020603050405020304" charset="0"/>
              <a:ea typeface="+mj-ea"/>
              <a:cs typeface="Times New Roman" panose="02020603050405020304" charset="0"/>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229860" y="428625"/>
            <a:ext cx="1848485" cy="398780"/>
          </a:xfrm>
          <a:prstGeom prst="rect">
            <a:avLst/>
          </a:prstGeom>
          <a:noFill/>
        </p:spPr>
        <p:txBody>
          <a:bodyPr wrap="square" rtlCol="0" anchor="t">
            <a:spAutoFit/>
          </a:bodyPr>
          <a:p>
            <a:r>
              <a:rPr lang="en-IN" altLang="zh-CN" sz="2000" b="1">
                <a:ln w="38100">
                  <a:noFill/>
                </a:ln>
                <a:latin typeface="Times New Roman" panose="02020603050405020304" charset="0"/>
                <a:ea typeface="+mj-ea"/>
                <a:cs typeface="Times New Roman" panose="02020603050405020304" charset="0"/>
                <a:sym typeface="+mn-lt"/>
              </a:rPr>
              <a:t>LEVEL 1</a:t>
            </a:r>
            <a:endParaRPr lang="en-IN" altLang="zh-CN" sz="2000" b="1">
              <a:ln w="38100">
                <a:noFill/>
              </a:ln>
              <a:latin typeface="Times New Roman" panose="02020603050405020304" charset="0"/>
              <a:ea typeface="+mj-ea"/>
              <a:cs typeface="Times New Roman" panose="02020603050405020304" charset="0"/>
              <a:sym typeface="+mn-lt"/>
            </a:endParaRPr>
          </a:p>
        </p:txBody>
      </p:sp>
      <p:pic>
        <p:nvPicPr>
          <p:cNvPr id="5" name="Picture 4" descr="Screenshot 2025-04-07 103939"/>
          <p:cNvPicPr>
            <a:picLocks noChangeAspect="1"/>
          </p:cNvPicPr>
          <p:nvPr/>
        </p:nvPicPr>
        <p:blipFill>
          <a:blip r:embed="rId1"/>
          <a:srcRect t="12317"/>
          <a:stretch>
            <a:fillRect/>
          </a:stretch>
        </p:blipFill>
        <p:spPr>
          <a:xfrm>
            <a:off x="518160" y="1092835"/>
            <a:ext cx="11272520" cy="55606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229860" y="428625"/>
            <a:ext cx="1848485" cy="398780"/>
          </a:xfrm>
          <a:prstGeom prst="rect">
            <a:avLst/>
          </a:prstGeom>
          <a:noFill/>
        </p:spPr>
        <p:txBody>
          <a:bodyPr wrap="square" rtlCol="0" anchor="t">
            <a:spAutoFit/>
          </a:bodyPr>
          <a:p>
            <a:r>
              <a:rPr lang="en-IN" altLang="zh-CN" sz="2000" b="1">
                <a:ln w="38100">
                  <a:noFill/>
                </a:ln>
                <a:latin typeface="Times New Roman" panose="02020603050405020304" charset="0"/>
                <a:ea typeface="+mj-ea"/>
                <a:cs typeface="Times New Roman" panose="02020603050405020304" charset="0"/>
                <a:sym typeface="+mn-lt"/>
              </a:rPr>
              <a:t>LEVEL 2</a:t>
            </a:r>
            <a:endParaRPr lang="en-IN" altLang="zh-CN" sz="2000" b="1">
              <a:ln w="38100">
                <a:noFill/>
              </a:ln>
              <a:latin typeface="Times New Roman" panose="02020603050405020304" charset="0"/>
              <a:ea typeface="+mj-ea"/>
              <a:cs typeface="Times New Roman" panose="02020603050405020304" charset="0"/>
              <a:sym typeface="+mn-lt"/>
            </a:endParaRPr>
          </a:p>
        </p:txBody>
      </p:sp>
      <p:pic>
        <p:nvPicPr>
          <p:cNvPr id="5" name="Picture 4" descr="Screenshot 2025-04-07 103959"/>
          <p:cNvPicPr>
            <a:picLocks noChangeAspect="1"/>
          </p:cNvPicPr>
          <p:nvPr/>
        </p:nvPicPr>
        <p:blipFill>
          <a:blip r:embed="rId1"/>
          <a:srcRect t="7327" r="474" b="10584"/>
          <a:stretch>
            <a:fillRect/>
          </a:stretch>
        </p:blipFill>
        <p:spPr>
          <a:xfrm>
            <a:off x="295910" y="1238250"/>
            <a:ext cx="11716385" cy="5254625"/>
          </a:xfrm>
          <a:prstGeom prst="rect">
            <a:avLst/>
          </a:prstGeom>
        </p:spPr>
      </p:pic>
      <mc:AlternateContent xmlns:mc="http://schemas.openxmlformats.org/markup-compatibility/2006" xmlns:p14="http://schemas.microsoft.com/office/powerpoint/2010/main">
        <mc:Choice Requires="p14">
          <p:contentPart r:id="rId2" p14:bwMode="auto">
            <p14:nvContentPartPr>
              <p14:cNvPr id="7" name="Ink 6"/>
              <p14:cNvContentPartPr/>
              <p14:nvPr/>
            </p14:nvContentPartPr>
            <p14:xfrm>
              <a:off x="5137150" y="1308100"/>
              <a:ext cx="255905" cy="90805"/>
            </p14:xfrm>
          </p:contentPart>
        </mc:Choice>
        <mc:Fallback xmlns="">
          <p:pic>
            <p:nvPicPr>
              <p:cNvPr id="7" name="Ink 6"/>
            </p:nvPicPr>
            <p:blipFill>
              <a:blip r:embed="rId3"/>
            </p:blipFill>
            <p:spPr>
              <a:xfrm>
                <a:off x="5137150" y="1308100"/>
                <a:ext cx="255905" cy="90805"/>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8" name="Ink 7"/>
              <p14:cNvContentPartPr/>
              <p14:nvPr/>
            </p14:nvContentPartPr>
            <p14:xfrm>
              <a:off x="4713605" y="1158875"/>
              <a:ext cx="1552575" cy="311150"/>
            </p14:xfrm>
          </p:contentPart>
        </mc:Choice>
        <mc:Fallback xmlns="">
          <p:pic>
            <p:nvPicPr>
              <p:cNvPr id="8" name="Ink 7"/>
            </p:nvPicPr>
            <p:blipFill>
              <a:blip r:embed="rId5"/>
            </p:blipFill>
            <p:spPr>
              <a:xfrm>
                <a:off x="4713605" y="1158875"/>
                <a:ext cx="1552575" cy="31115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 name="Table 6"/>
          <p:cNvGraphicFramePr/>
          <p:nvPr>
            <p:custDataLst>
              <p:tags r:id="rId1"/>
            </p:custDataLst>
          </p:nvPr>
        </p:nvGraphicFramePr>
        <p:xfrm>
          <a:off x="1426210" y="814705"/>
          <a:ext cx="9312275" cy="5768340"/>
        </p:xfrm>
        <a:graphic>
          <a:graphicData uri="http://schemas.openxmlformats.org/drawingml/2006/table">
            <a:tbl>
              <a:tblPr firstRow="1" bandRow="1">
                <a:tableStyleId>{5940675A-B579-460E-94D1-54222C63F5DA}</a:tableStyleId>
              </a:tblPr>
              <a:tblGrid>
                <a:gridCol w="2670810"/>
                <a:gridCol w="1968500"/>
                <a:gridCol w="1990725"/>
                <a:gridCol w="2682240"/>
              </a:tblGrid>
              <a:tr h="441325">
                <a:tc>
                  <a:txBody>
                    <a:bodyPr/>
                    <a:p>
                      <a:pPr algn="ctr">
                        <a:buNone/>
                      </a:pPr>
                      <a:r>
                        <a:rPr lang="en-US" altLang="en-US" sz="1600" b="1">
                          <a:latin typeface="Times New Roman" panose="02020603050405020304" charset="0"/>
                          <a:cs typeface="Times New Roman" panose="02020603050405020304" charset="0"/>
                        </a:rPr>
                        <a:t>FIELD NAME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DATA TYPE</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SIZE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CONSTRAINTS</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3865">
                <a:tc>
                  <a:txBody>
                    <a:bodyPr/>
                    <a:p>
                      <a:pPr algn="ctr">
                        <a:buNone/>
                      </a:pPr>
                      <a:r>
                        <a:rPr lang="en-US" altLang="en-US" sz="1800">
                          <a:latin typeface="Times New Roman" panose="02020603050405020304" charset="0"/>
                          <a:cs typeface="Times New Roman" panose="02020603050405020304" charset="0"/>
                        </a:rPr>
                        <a:t>Product Id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 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11</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Primary Key</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508000">
                <a:tc>
                  <a:txBody>
                    <a:bodyPr/>
                    <a:p>
                      <a:pPr algn="ctr">
                        <a:buNone/>
                      </a:pPr>
                      <a:r>
                        <a:rPr lang="en-IN" altLang="en-US" sz="1800">
                          <a:latin typeface="Times New Roman" panose="02020603050405020304" charset="0"/>
                          <a:cs typeface="Times New Roman" panose="02020603050405020304" charset="0"/>
                        </a:rPr>
                        <a:t>Product Title</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100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N</a:t>
                      </a:r>
                      <a:r>
                        <a:rPr lang="en-US" altLang="en-US" sz="1800">
                          <a:latin typeface="Times New Roman" panose="02020603050405020304" charset="0"/>
                          <a:cs typeface="Times New Roman" panose="02020603050405020304" charset="0"/>
                        </a:rPr>
                        <a:t>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2595">
                <a:tc>
                  <a:txBody>
                    <a:bodyPr/>
                    <a:p>
                      <a:pPr algn="ctr">
                        <a:buNone/>
                      </a:pPr>
                      <a:r>
                        <a:rPr lang="en-US" altLang="en-US" sz="1800">
                          <a:latin typeface="Times New Roman" panose="02020603050405020304" charset="0"/>
                          <a:cs typeface="Times New Roman" panose="02020603050405020304" charset="0"/>
                        </a:rPr>
                        <a:t>Product</a:t>
                      </a:r>
                      <a:r>
                        <a:rPr lang="en-IN" altLang="en-US" sz="1800">
                          <a:latin typeface="Times New Roman" panose="02020603050405020304" charset="0"/>
                          <a:cs typeface="Times New Roman" panose="02020603050405020304" charset="0"/>
                        </a:rPr>
                        <a:t> </a:t>
                      </a:r>
                      <a:r>
                        <a:rPr lang="en-US" altLang="en-US" sz="1800">
                          <a:latin typeface="Times New Roman" panose="02020603050405020304" charset="0"/>
                          <a:cs typeface="Times New Roman" panose="02020603050405020304" charset="0"/>
                        </a:rPr>
                        <a:t>description</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2595">
                <a:tc>
                  <a:txBody>
                    <a:bodyPr/>
                    <a:p>
                      <a:pPr algn="ctr">
                        <a:buNone/>
                      </a:pPr>
                      <a:r>
                        <a:rPr lang="en-US" altLang="en-US" sz="1800">
                          <a:latin typeface="Times New Roman" panose="02020603050405020304" charset="0"/>
                          <a:cs typeface="Times New Roman" panose="02020603050405020304" charset="0"/>
                        </a:rPr>
                        <a:t>Product keywords</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1960">
                <a:tc>
                  <a:txBody>
                    <a:bodyPr/>
                    <a:p>
                      <a:pPr algn="ctr">
                        <a:buNone/>
                      </a:pPr>
                      <a:r>
                        <a:rPr lang="en-US" altLang="en-US" sz="1800">
                          <a:latin typeface="Times New Roman" panose="02020603050405020304" charset="0"/>
                          <a:cs typeface="Times New Roman" panose="02020603050405020304" charset="0"/>
                        </a:rPr>
                        <a:t>Category Id</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11</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1960">
                <a:tc>
                  <a:txBody>
                    <a:bodyPr/>
                    <a:p>
                      <a:pPr algn="ctr">
                        <a:buNone/>
                      </a:pPr>
                      <a:r>
                        <a:rPr lang="en-IN" altLang="en-US" sz="1800">
                          <a:latin typeface="Times New Roman" panose="02020603050405020304" charset="0"/>
                          <a:cs typeface="Times New Roman" panose="02020603050405020304" charset="0"/>
                        </a:rPr>
                        <a:t>Agegroup </a:t>
                      </a:r>
                      <a:r>
                        <a:rPr lang="en-US" altLang="en-US" sz="1800">
                          <a:latin typeface="Times New Roman" panose="02020603050405020304" charset="0"/>
                          <a:cs typeface="Times New Roman" panose="02020603050405020304" charset="0"/>
                        </a:rPr>
                        <a:t>Id</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11</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3865">
                <a:tc>
                  <a:txBody>
                    <a:bodyPr/>
                    <a:p>
                      <a:pPr algn="ctr">
                        <a:buNone/>
                      </a:pPr>
                      <a:r>
                        <a:rPr lang="en-US" altLang="en-US" sz="1800">
                          <a:latin typeface="Times New Roman" panose="02020603050405020304" charset="0"/>
                          <a:cs typeface="Times New Roman" panose="02020603050405020304" charset="0"/>
                        </a:rPr>
                        <a:t>Product image1</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1325">
                <a:tc>
                  <a:txBody>
                    <a:bodyPr/>
                    <a:p>
                      <a:pPr algn="ctr">
                        <a:buNone/>
                      </a:pPr>
                      <a:r>
                        <a:rPr lang="en-US" altLang="en-US" sz="1800">
                          <a:latin typeface="Times New Roman" panose="02020603050405020304" charset="0"/>
                          <a:cs typeface="Times New Roman" panose="02020603050405020304" charset="0"/>
                        </a:rPr>
                        <a:t>Product image</a:t>
                      </a:r>
                      <a:r>
                        <a:rPr lang="en-IN" altLang="en-US" sz="1800">
                          <a:latin typeface="Times New Roman" panose="02020603050405020304" charset="0"/>
                          <a:cs typeface="Times New Roman" panose="02020603050405020304" charset="0"/>
                        </a:rPr>
                        <a:t>2</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2595">
                <a:tc>
                  <a:txBody>
                    <a:bodyPr/>
                    <a:p>
                      <a:pPr algn="ctr">
                        <a:buNone/>
                      </a:pPr>
                      <a:r>
                        <a:rPr lang="en-US" altLang="en-US" sz="1800">
                          <a:latin typeface="Times New Roman" panose="02020603050405020304" charset="0"/>
                          <a:cs typeface="Times New Roman" panose="02020603050405020304" charset="0"/>
                        </a:rPr>
                        <a:t>Product image</a:t>
                      </a:r>
                      <a:r>
                        <a:rPr lang="en-IN" altLang="en-US" sz="1800">
                          <a:latin typeface="Times New Roman" panose="02020603050405020304" charset="0"/>
                          <a:cs typeface="Times New Roman" panose="02020603050405020304" charset="0"/>
                        </a:rPr>
                        <a:t>3</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2595">
                <a:tc>
                  <a:txBody>
                    <a:bodyPr/>
                    <a:p>
                      <a:pPr algn="ctr">
                        <a:buNone/>
                      </a:pPr>
                      <a:r>
                        <a:rPr lang="en-US" altLang="en-US" sz="1800">
                          <a:latin typeface="Times New Roman" panose="02020603050405020304" charset="0"/>
                          <a:cs typeface="Times New Roman" panose="02020603050405020304" charset="0"/>
                        </a:rPr>
                        <a:t>Product </a:t>
                      </a:r>
                      <a:r>
                        <a:rPr lang="en-IN" altLang="en-US" sz="1800">
                          <a:latin typeface="Times New Roman" panose="02020603050405020304" charset="0"/>
                          <a:cs typeface="Times New Roman" panose="02020603050405020304" charset="0"/>
                        </a:rPr>
                        <a:t>price</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100</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41325">
                <a:tc>
                  <a:txBody>
                    <a:bodyPr/>
                    <a:p>
                      <a:pPr algn="ctr">
                        <a:buNone/>
                      </a:pPr>
                      <a:r>
                        <a:rPr lang="en-US" altLang="en-US" sz="1800">
                          <a:latin typeface="Times New Roman" panose="02020603050405020304" charset="0"/>
                          <a:cs typeface="Times New Roman" panose="02020603050405020304" charset="0"/>
                        </a:rPr>
                        <a:t>Date</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timestamp</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394335">
                <a:tc>
                  <a:txBody>
                    <a:bodyPr/>
                    <a:p>
                      <a:pPr algn="ctr">
                        <a:buNone/>
                      </a:pPr>
                      <a:r>
                        <a:rPr lang="en-IN" altLang="en-US" sz="1800">
                          <a:latin typeface="Times New Roman" panose="02020603050405020304" charset="0"/>
                          <a:cs typeface="Times New Roman" panose="02020603050405020304" charset="0"/>
                        </a:rPr>
                        <a:t>Status</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100</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
        <p:nvSpPr>
          <p:cNvPr id="5" name="Text Box 4"/>
          <p:cNvSpPr txBox="1"/>
          <p:nvPr/>
        </p:nvSpPr>
        <p:spPr>
          <a:xfrm>
            <a:off x="3670300" y="237490"/>
            <a:ext cx="6377940" cy="398780"/>
          </a:xfrm>
          <a:prstGeom prst="rect">
            <a:avLst/>
          </a:prstGeom>
          <a:noFill/>
        </p:spPr>
        <p:txBody>
          <a:bodyPr wrap="square" rtlCol="0" anchor="t">
            <a:spAutoFit/>
          </a:bodyPr>
          <a:p>
            <a:r>
              <a:rPr lang="en-IN" altLang="zh-CN" sz="2000" b="1">
                <a:ln w="38100">
                  <a:noFill/>
                </a:ln>
                <a:latin typeface="Times New Roman" panose="02020603050405020304" charset="0"/>
                <a:ea typeface="+mj-ea"/>
                <a:cs typeface="Times New Roman" panose="02020603050405020304" charset="0"/>
                <a:sym typeface="+mn-lt"/>
              </a:rPr>
              <a:t>DATABASE TABLE DESIGN- PRODUCT TABLE</a:t>
            </a:r>
            <a:endParaRPr lang="en-IN" altLang="zh-CN" sz="2000" b="1">
              <a:ln w="38100">
                <a:noFill/>
              </a:ln>
              <a:latin typeface="Times New Roman" panose="02020603050405020304" charset="0"/>
              <a:ea typeface="+mj-ea"/>
              <a:cs typeface="Times New Roman" panose="02020603050405020304" charset="0"/>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 name="Table 6"/>
          <p:cNvGraphicFramePr/>
          <p:nvPr>
            <p:custDataLst>
              <p:tags r:id="rId1"/>
            </p:custDataLst>
          </p:nvPr>
        </p:nvGraphicFramePr>
        <p:xfrm>
          <a:off x="1837055" y="1063625"/>
          <a:ext cx="8345805" cy="1503680"/>
        </p:xfrm>
        <a:graphic>
          <a:graphicData uri="http://schemas.openxmlformats.org/drawingml/2006/table">
            <a:tbl>
              <a:tblPr firstRow="1" bandRow="1">
                <a:tableStyleId>{5940675A-B579-460E-94D1-54222C63F5DA}</a:tableStyleId>
              </a:tblPr>
              <a:tblGrid>
                <a:gridCol w="2222500"/>
                <a:gridCol w="1949450"/>
                <a:gridCol w="1971040"/>
                <a:gridCol w="2202815"/>
              </a:tblGrid>
              <a:tr h="477520">
                <a:tc>
                  <a:txBody>
                    <a:bodyPr/>
                    <a:p>
                      <a:pPr algn="ctr">
                        <a:buNone/>
                      </a:pPr>
                      <a:r>
                        <a:rPr lang="en-US" altLang="en-US" sz="1600" b="1">
                          <a:latin typeface="Times New Roman" panose="02020603050405020304" charset="0"/>
                          <a:cs typeface="Times New Roman" panose="02020603050405020304" charset="0"/>
                        </a:rPr>
                        <a:t>FIELD NAME  </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600" b="1">
                          <a:latin typeface="Times New Roman" panose="02020603050405020304" charset="0"/>
                          <a:cs typeface="Times New Roman" panose="02020603050405020304" charset="0"/>
                        </a:rPr>
                        <a:t>DATA TYPE</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600" b="1">
                          <a:latin typeface="Times New Roman" panose="02020603050405020304" charset="0"/>
                          <a:cs typeface="Times New Roman" panose="02020603050405020304" charset="0"/>
                        </a:rPr>
                        <a:t>SIZE </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600" b="1">
                          <a:latin typeface="Times New Roman" panose="02020603050405020304" charset="0"/>
                          <a:cs typeface="Times New Roman" panose="02020603050405020304" charset="0"/>
                        </a:rPr>
                        <a:t>CONSTRAINTS</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r>
              <a:tr h="476885">
                <a:tc>
                  <a:txBody>
                    <a:bodyPr/>
                    <a:p>
                      <a:pPr algn="ctr">
                        <a:buNone/>
                      </a:pPr>
                      <a:r>
                        <a:rPr lang="en-IN" altLang="en-US" sz="1800">
                          <a:latin typeface="Times New Roman" panose="02020603050405020304" charset="0"/>
                          <a:cs typeface="Times New Roman" panose="02020603050405020304" charset="0"/>
                        </a:rPr>
                        <a:t>Category</a:t>
                      </a:r>
                      <a:r>
                        <a:rPr lang="en-US" altLang="en-US" sz="1800">
                          <a:latin typeface="Times New Roman" panose="02020603050405020304" charset="0"/>
                          <a:cs typeface="Times New Roman" panose="02020603050405020304" charset="0"/>
                        </a:rPr>
                        <a:t> Id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800">
                          <a:latin typeface="Times New Roman" panose="02020603050405020304" charset="0"/>
                          <a:cs typeface="Times New Roman" panose="02020603050405020304" charset="0"/>
                        </a:rPr>
                        <a:t> Int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800">
                          <a:latin typeface="Times New Roman" panose="02020603050405020304" charset="0"/>
                          <a:cs typeface="Times New Roman" panose="02020603050405020304" charset="0"/>
                        </a:rPr>
                        <a:t>11</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800">
                          <a:latin typeface="Times New Roman" panose="02020603050405020304" charset="0"/>
                          <a:cs typeface="Times New Roman" panose="02020603050405020304" charset="0"/>
                        </a:rPr>
                        <a:t>Primary Key</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r>
              <a:tr h="549275">
                <a:tc>
                  <a:txBody>
                    <a:bodyPr/>
                    <a:p>
                      <a:pPr algn="ctr">
                        <a:buNone/>
                      </a:pPr>
                      <a:r>
                        <a:rPr lang="en-IN" altLang="en-US" sz="1800">
                          <a:latin typeface="Times New Roman" panose="02020603050405020304" charset="0"/>
                          <a:cs typeface="Times New Roman" panose="02020603050405020304" charset="0"/>
                        </a:rPr>
                        <a:t>Category</a:t>
                      </a:r>
                      <a:r>
                        <a:rPr lang="en-US" altLang="en-US" sz="1800">
                          <a:latin typeface="Times New Roman" panose="02020603050405020304" charset="0"/>
                          <a:cs typeface="Times New Roman" panose="02020603050405020304" charset="0"/>
                        </a:rPr>
                        <a:t> </a:t>
                      </a:r>
                      <a:r>
                        <a:rPr lang="en-IN" altLang="en-US" sz="1800">
                          <a:latin typeface="Times New Roman" panose="02020603050405020304" charset="0"/>
                          <a:cs typeface="Times New Roman" panose="02020603050405020304" charset="0"/>
                        </a:rPr>
                        <a:t>Title</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800">
                          <a:latin typeface="Times New Roman" panose="02020603050405020304" charset="0"/>
                          <a:cs typeface="Times New Roman" panose="02020603050405020304" charset="0"/>
                        </a:rPr>
                        <a:t>100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tcPr>
                </a:tc>
              </a:tr>
            </a:tbl>
          </a:graphicData>
        </a:graphic>
      </p:graphicFrame>
      <p:graphicFrame>
        <p:nvGraphicFramePr>
          <p:cNvPr id="6" name="Table 5"/>
          <p:cNvGraphicFramePr/>
          <p:nvPr>
            <p:custDataLst>
              <p:tags r:id="rId2"/>
            </p:custDataLst>
          </p:nvPr>
        </p:nvGraphicFramePr>
        <p:xfrm>
          <a:off x="1855470" y="3745865"/>
          <a:ext cx="8327390" cy="1672590"/>
        </p:xfrm>
        <a:graphic>
          <a:graphicData uri="http://schemas.openxmlformats.org/drawingml/2006/table">
            <a:tbl>
              <a:tblPr firstRow="1" bandRow="1">
                <a:tableStyleId>{5940675A-B579-460E-94D1-54222C63F5DA}</a:tableStyleId>
              </a:tblPr>
              <a:tblGrid>
                <a:gridCol w="2218055"/>
                <a:gridCol w="1945005"/>
                <a:gridCol w="1966595"/>
                <a:gridCol w="2197735"/>
              </a:tblGrid>
              <a:tr h="530860">
                <a:tc>
                  <a:txBody>
                    <a:bodyPr/>
                    <a:p>
                      <a:pPr algn="ctr">
                        <a:buNone/>
                      </a:pPr>
                      <a:r>
                        <a:rPr lang="en-US" altLang="en-US" sz="1600" b="1">
                          <a:latin typeface="Times New Roman" panose="02020603050405020304" charset="0"/>
                          <a:cs typeface="Times New Roman" panose="02020603050405020304" charset="0"/>
                        </a:rPr>
                        <a:t>FIELD NAME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DATA TYPE</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SIZE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CONSTRAINTS</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530860">
                <a:tc>
                  <a:txBody>
                    <a:bodyPr/>
                    <a:p>
                      <a:pPr algn="ctr">
                        <a:buNone/>
                      </a:pPr>
                      <a:r>
                        <a:rPr lang="en-IN" altLang="en-US" sz="1800">
                          <a:latin typeface="Times New Roman" panose="02020603050405020304" charset="0"/>
                          <a:cs typeface="Times New Roman" panose="02020603050405020304" charset="0"/>
                        </a:rPr>
                        <a:t>Agegroup</a:t>
                      </a:r>
                      <a:r>
                        <a:rPr lang="en-US" altLang="en-US" sz="1800">
                          <a:latin typeface="Times New Roman" panose="02020603050405020304" charset="0"/>
                          <a:cs typeface="Times New Roman" panose="02020603050405020304" charset="0"/>
                        </a:rPr>
                        <a:t> Id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 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11</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Primary Key</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610870">
                <a:tc>
                  <a:txBody>
                    <a:bodyPr/>
                    <a:p>
                      <a:pPr algn="ctr">
                        <a:buNone/>
                      </a:pPr>
                      <a:r>
                        <a:rPr lang="en-IN" altLang="en-US" sz="1800">
                          <a:latin typeface="Times New Roman" panose="02020603050405020304" charset="0"/>
                          <a:cs typeface="Times New Roman" panose="02020603050405020304" charset="0"/>
                        </a:rPr>
                        <a:t>Agegroup</a:t>
                      </a:r>
                      <a:r>
                        <a:rPr lang="en-US" altLang="en-US" sz="1800">
                          <a:latin typeface="Times New Roman" panose="02020603050405020304" charset="0"/>
                          <a:cs typeface="Times New Roman" panose="02020603050405020304" charset="0"/>
                        </a:rPr>
                        <a:t> </a:t>
                      </a:r>
                      <a:r>
                        <a:rPr lang="en-IN" altLang="en-US" sz="1800">
                          <a:latin typeface="Times New Roman" panose="02020603050405020304" charset="0"/>
                          <a:cs typeface="Times New Roman" panose="02020603050405020304" charset="0"/>
                        </a:rPr>
                        <a:t>Title</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100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
        <p:nvSpPr>
          <p:cNvPr id="2" name="Text Box 1"/>
          <p:cNvSpPr txBox="1"/>
          <p:nvPr/>
        </p:nvSpPr>
        <p:spPr>
          <a:xfrm>
            <a:off x="4591685" y="323850"/>
            <a:ext cx="2836545" cy="368300"/>
          </a:xfrm>
          <a:prstGeom prst="rect">
            <a:avLst/>
          </a:prstGeom>
          <a:noFill/>
        </p:spPr>
        <p:txBody>
          <a:bodyPr wrap="square" rtlCol="0" anchor="t">
            <a:spAutoFit/>
          </a:bodyPr>
          <a:p>
            <a:r>
              <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CATEGORY TABLE</a:t>
            </a:r>
            <a:endPar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p:txBody>
      </p:sp>
      <p:sp>
        <p:nvSpPr>
          <p:cNvPr id="3" name="Text Box 2"/>
          <p:cNvSpPr txBox="1"/>
          <p:nvPr/>
        </p:nvSpPr>
        <p:spPr>
          <a:xfrm>
            <a:off x="4591685" y="3060700"/>
            <a:ext cx="3727450" cy="368300"/>
          </a:xfrm>
          <a:prstGeom prst="rect">
            <a:avLst/>
          </a:prstGeom>
          <a:noFill/>
        </p:spPr>
        <p:txBody>
          <a:bodyPr wrap="square" rtlCol="0" anchor="t">
            <a:spAutoFit/>
          </a:bodyPr>
          <a:p>
            <a:r>
              <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AGEGROUP TABLE</a:t>
            </a:r>
            <a:endPar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 name="Table 6"/>
          <p:cNvGraphicFramePr/>
          <p:nvPr>
            <p:custDataLst>
              <p:tags r:id="rId1"/>
            </p:custDataLst>
          </p:nvPr>
        </p:nvGraphicFramePr>
        <p:xfrm>
          <a:off x="1560830" y="1374775"/>
          <a:ext cx="8995410" cy="4523105"/>
        </p:xfrm>
        <a:graphic>
          <a:graphicData uri="http://schemas.openxmlformats.org/drawingml/2006/table">
            <a:tbl>
              <a:tblPr firstRow="1" bandRow="1">
                <a:tableStyleId>{5940675A-B579-460E-94D1-54222C63F5DA}</a:tableStyleId>
              </a:tblPr>
              <a:tblGrid>
                <a:gridCol w="2395855"/>
                <a:gridCol w="2101215"/>
                <a:gridCol w="2124075"/>
                <a:gridCol w="2374265"/>
              </a:tblGrid>
              <a:tr h="450215">
                <a:tc>
                  <a:txBody>
                    <a:bodyPr/>
                    <a:p>
                      <a:pPr algn="ctr">
                        <a:buNone/>
                      </a:pPr>
                      <a:r>
                        <a:rPr lang="en-US" altLang="en-US" sz="1600" b="1">
                          <a:latin typeface="Times New Roman" panose="02020603050405020304" charset="0"/>
                          <a:cs typeface="Times New Roman" panose="02020603050405020304" charset="0"/>
                        </a:rPr>
                        <a:t>FIELD NAME  </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DATA TYPE</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SIZE </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CONSTRAINTS</a:t>
                      </a:r>
                      <a:endParaRPr lang="en-US" altLang="en-US" sz="1600" b="1">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450215">
                <a:tc>
                  <a:txBody>
                    <a:bodyPr/>
                    <a:p>
                      <a:pPr algn="ctr">
                        <a:buNone/>
                      </a:pPr>
                      <a:r>
                        <a:rPr lang="en-IN" sz="1800">
                          <a:latin typeface="Times New Roman" panose="02020603050405020304" charset="0"/>
                          <a:cs typeface="Times New Roman" panose="02020603050405020304" charset="0"/>
                        </a:rPr>
                        <a:t>User </a:t>
                      </a:r>
                      <a:r>
                        <a:rPr lang="en-US" altLang="en-US" sz="1800">
                          <a:latin typeface="Times New Roman" panose="02020603050405020304" charset="0"/>
                          <a:cs typeface="Times New Roman" panose="02020603050405020304" charset="0"/>
                        </a:rPr>
                        <a:t>Id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 Int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11</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Primary Key</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Username</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100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 email</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100</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 password</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 image</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 IP</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100</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 address</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r h="517525">
                <a:tc>
                  <a:txBody>
                    <a:bodyPr/>
                    <a:p>
                      <a:pPr algn="ctr">
                        <a:buNone/>
                      </a:pPr>
                      <a:r>
                        <a:rPr lang="en-IN" sz="1800">
                          <a:latin typeface="Times New Roman" panose="02020603050405020304" charset="0"/>
                          <a:cs typeface="Times New Roman" panose="02020603050405020304" charset="0"/>
                        </a:rPr>
                        <a:t>User mobile</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20</a:t>
                      </a:r>
                      <a:endParaRPr lang="en-IN"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tcPr>
                </a:tc>
              </a:tr>
            </a:tbl>
          </a:graphicData>
        </a:graphic>
      </p:graphicFrame>
      <p:sp>
        <p:nvSpPr>
          <p:cNvPr id="2" name="Text Box 1"/>
          <p:cNvSpPr txBox="1"/>
          <p:nvPr/>
        </p:nvSpPr>
        <p:spPr>
          <a:xfrm>
            <a:off x="5090795" y="537210"/>
            <a:ext cx="2836545" cy="368300"/>
          </a:xfrm>
          <a:prstGeom prst="rect">
            <a:avLst/>
          </a:prstGeom>
          <a:noFill/>
        </p:spPr>
        <p:txBody>
          <a:bodyPr wrap="square" rtlCol="0" anchor="t">
            <a:spAutoFit/>
          </a:bodyPr>
          <a:p>
            <a:r>
              <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USER TABLE</a:t>
            </a:r>
            <a:endPar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custDataLst>
              <p:tags r:id="rId1"/>
            </p:custDataLst>
          </p:nvPr>
        </p:nvGraphicFramePr>
        <p:xfrm>
          <a:off x="1800225" y="666115"/>
          <a:ext cx="8185150" cy="1732280"/>
        </p:xfrm>
        <a:graphic>
          <a:graphicData uri="http://schemas.openxmlformats.org/drawingml/2006/table">
            <a:tbl>
              <a:tblPr firstRow="1" bandRow="1">
                <a:tableStyleId>{5940675A-B579-460E-94D1-54222C63F5DA}</a:tableStyleId>
              </a:tblPr>
              <a:tblGrid>
                <a:gridCol w="2298700"/>
                <a:gridCol w="1874520"/>
                <a:gridCol w="1894840"/>
                <a:gridCol w="2117090"/>
              </a:tblGrid>
              <a:tr h="426720">
                <a:tc>
                  <a:txBody>
                    <a:bodyPr/>
                    <a:p>
                      <a:pPr algn="ctr">
                        <a:buNone/>
                      </a:pPr>
                      <a:r>
                        <a:rPr lang="en-US" altLang="en-US" sz="1600" b="1">
                          <a:latin typeface="Times New Roman" panose="02020603050405020304" charset="0"/>
                          <a:cs typeface="Times New Roman" panose="02020603050405020304" charset="0"/>
                        </a:rPr>
                        <a:t>FIELD NAME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DATA TYPE</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SIZE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CONSTRAINTS</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26085">
                <a:tc>
                  <a:txBody>
                    <a:bodyPr/>
                    <a:p>
                      <a:pPr algn="ctr">
                        <a:buNone/>
                      </a:pPr>
                      <a:r>
                        <a:rPr lang="en-IN" altLang="en-US" sz="1800">
                          <a:latin typeface="Times New Roman" panose="02020603050405020304" charset="0"/>
                          <a:cs typeface="Times New Roman" panose="02020603050405020304" charset="0"/>
                        </a:rPr>
                        <a:t>Product</a:t>
                      </a:r>
                      <a:r>
                        <a:rPr lang="en-US" altLang="en-US" sz="1800">
                          <a:latin typeface="Times New Roman" panose="02020603050405020304" charset="0"/>
                          <a:cs typeface="Times New Roman" panose="02020603050405020304" charset="0"/>
                        </a:rPr>
                        <a:t> Id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 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11</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Primary Key</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52120">
                <a:tc>
                  <a:txBody>
                    <a:bodyPr/>
                    <a:p>
                      <a:pPr algn="ctr">
                        <a:buNone/>
                      </a:pPr>
                      <a:r>
                        <a:rPr lang="en-IN" altLang="en-US" sz="1800">
                          <a:latin typeface="Times New Roman" panose="02020603050405020304" charset="0"/>
                          <a:cs typeface="Times New Roman" panose="02020603050405020304" charset="0"/>
                        </a:rPr>
                        <a:t>IP Address</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Varchar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r>
                        <a:rPr lang="en-US" altLang="en-US" sz="1800">
                          <a:latin typeface="Times New Roman" panose="02020603050405020304" charset="0"/>
                          <a:cs typeface="Times New Roman" panose="02020603050405020304" charset="0"/>
                        </a:rPr>
                        <a: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27355">
                <a:tc>
                  <a:txBody>
                    <a:bodyPr/>
                    <a:p>
                      <a:pPr algn="ctr">
                        <a:buNone/>
                      </a:pPr>
                      <a:r>
                        <a:rPr lang="en-IN" altLang="en-US" sz="1800">
                          <a:latin typeface="Times New Roman" panose="02020603050405020304" charset="0"/>
                          <a:cs typeface="Times New Roman" panose="02020603050405020304" charset="0"/>
                        </a:rPr>
                        <a:t>Quantity</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Int</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100</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graphicFrame>
        <p:nvGraphicFramePr>
          <p:cNvPr id="8" name="Table 7"/>
          <p:cNvGraphicFramePr/>
          <p:nvPr>
            <p:custDataLst>
              <p:tags r:id="rId2"/>
            </p:custDataLst>
          </p:nvPr>
        </p:nvGraphicFramePr>
        <p:xfrm>
          <a:off x="1800860" y="3110865"/>
          <a:ext cx="8255635" cy="3535680"/>
        </p:xfrm>
        <a:graphic>
          <a:graphicData uri="http://schemas.openxmlformats.org/drawingml/2006/table">
            <a:tbl>
              <a:tblPr firstRow="1" bandRow="1">
                <a:tableStyleId>{5940675A-B579-460E-94D1-54222C63F5DA}</a:tableStyleId>
              </a:tblPr>
              <a:tblGrid>
                <a:gridCol w="2198370"/>
                <a:gridCol w="1929130"/>
                <a:gridCol w="1949450"/>
                <a:gridCol w="2178685"/>
              </a:tblGrid>
              <a:tr h="476250">
                <a:tc>
                  <a:txBody>
                    <a:bodyPr/>
                    <a:p>
                      <a:pPr algn="ctr">
                        <a:buNone/>
                      </a:pPr>
                      <a:r>
                        <a:rPr lang="en-US" altLang="en-US" sz="1600" b="1">
                          <a:latin typeface="Times New Roman" panose="02020603050405020304" charset="0"/>
                          <a:cs typeface="Times New Roman" panose="02020603050405020304" charset="0"/>
                        </a:rPr>
                        <a:t>FIELD NAME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DATA TYPE</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SIZE </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600" b="1">
                          <a:latin typeface="Times New Roman" panose="02020603050405020304" charset="0"/>
                          <a:cs typeface="Times New Roman" panose="02020603050405020304" charset="0"/>
                        </a:rPr>
                        <a:t>CONSTRAINTS</a:t>
                      </a:r>
                      <a:endParaRPr lang="en-US" altLang="en-US" sz="1600" b="1">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95300">
                <a:tc>
                  <a:txBody>
                    <a:bodyPr/>
                    <a:p>
                      <a:pPr algn="ctr">
                        <a:buNone/>
                      </a:pPr>
                      <a:r>
                        <a:rPr lang="en-US" altLang="en-US" sz="1800">
                          <a:latin typeface="Times New Roman" panose="02020603050405020304" charset="0"/>
                          <a:cs typeface="Times New Roman" panose="02020603050405020304" charset="0"/>
                        </a:rPr>
                        <a:t>Order Id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 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11</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Primary Key</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520700">
                <a:tc>
                  <a:txBody>
                    <a:bodyPr/>
                    <a:p>
                      <a:pPr algn="ctr">
                        <a:buNone/>
                      </a:pPr>
                      <a:r>
                        <a:rPr lang="en-US" altLang="en-US" sz="1800">
                          <a:latin typeface="Times New Roman" panose="02020603050405020304" charset="0"/>
                          <a:cs typeface="Times New Roman" panose="02020603050405020304" charset="0"/>
                        </a:rPr>
                        <a:t>User Id</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Int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r>
                        <a:rPr lang="en-US" altLang="en-US" sz="1800">
                          <a:latin typeface="Times New Roman" panose="02020603050405020304" charset="0"/>
                          <a:cs typeface="Times New Roman" panose="02020603050405020304" charset="0"/>
                        </a:rPr>
                        <a:t> </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523240">
                <a:tc>
                  <a:txBody>
                    <a:bodyPr/>
                    <a:p>
                      <a:pPr algn="ctr">
                        <a:buNone/>
                      </a:pPr>
                      <a:r>
                        <a:rPr lang="en-US" altLang="en-US" sz="1800">
                          <a:latin typeface="Times New Roman" panose="02020603050405020304" charset="0"/>
                          <a:cs typeface="Times New Roman" panose="02020603050405020304" charset="0"/>
                        </a:rPr>
                        <a:t>Invoice number</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Int</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521335">
                <a:tc>
                  <a:txBody>
                    <a:bodyPr/>
                    <a:p>
                      <a:pPr algn="ctr">
                        <a:buNone/>
                      </a:pPr>
                      <a:r>
                        <a:rPr lang="en-US" altLang="en-US" sz="1800">
                          <a:latin typeface="Times New Roman" panose="02020603050405020304" charset="0"/>
                          <a:cs typeface="Times New Roman" panose="02020603050405020304" charset="0"/>
                        </a:rPr>
                        <a:t>Product Id</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Int</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11</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523240">
                <a:tc>
                  <a:txBody>
                    <a:bodyPr/>
                    <a:p>
                      <a:pPr algn="ctr">
                        <a:buNone/>
                      </a:pPr>
                      <a:r>
                        <a:rPr lang="en-IN" altLang="en-US" sz="1800">
                          <a:latin typeface="Times New Roman" panose="02020603050405020304" charset="0"/>
                          <a:cs typeface="Times New Roman" panose="02020603050405020304" charset="0"/>
                        </a:rPr>
                        <a:t>Quantity</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Int</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r h="475615">
                <a:tc>
                  <a:txBody>
                    <a:bodyPr/>
                    <a:p>
                      <a:pPr algn="ctr">
                        <a:buNone/>
                      </a:pPr>
                      <a:r>
                        <a:rPr lang="en-US" altLang="en-US" sz="1800">
                          <a:latin typeface="Times New Roman" panose="02020603050405020304" charset="0"/>
                          <a:cs typeface="Times New Roman" panose="02020603050405020304" charset="0"/>
                        </a:rPr>
                        <a:t>Order status</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Varchar</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IN" altLang="en-US" sz="1800">
                          <a:latin typeface="Times New Roman" panose="02020603050405020304" charset="0"/>
                          <a:cs typeface="Times New Roman" panose="02020603050405020304" charset="0"/>
                        </a:rPr>
                        <a:t>255</a:t>
                      </a:r>
                      <a:endParaRPr lang="en-IN"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c>
                  <a:txBody>
                    <a:bodyPr/>
                    <a:p>
                      <a:pPr algn="ctr">
                        <a:buNone/>
                      </a:pPr>
                      <a:r>
                        <a:rPr lang="en-US" altLang="en-US" sz="1800">
                          <a:latin typeface="Times New Roman" panose="02020603050405020304" charset="0"/>
                          <a:cs typeface="Times New Roman" panose="02020603050405020304" charset="0"/>
                        </a:rPr>
                        <a:t>Not null</a:t>
                      </a:r>
                      <a:endParaRPr lang="en-US" altLang="en-US" sz="1800">
                        <a:latin typeface="Times New Roman" panose="02020603050405020304" charset="0"/>
                        <a:cs typeface="Times New Roman" panose="02020603050405020304" charset="0"/>
                      </a:endParaRPr>
                    </a:p>
                  </a:txBody>
                  <a:tcPr>
                    <a:lnL w="19050" cmpd="sng">
                      <a:solidFill>
                        <a:schemeClr val="tx1"/>
                      </a:solidFill>
                      <a:prstDash val="solid"/>
                    </a:lnL>
                    <a:lnR w="19050" cmpd="sng">
                      <a:solidFill>
                        <a:schemeClr val="tx1"/>
                      </a:solidFill>
                      <a:prstDash val="solid"/>
                    </a:lnR>
                    <a:lnT w="19050" cmpd="sng">
                      <a:solidFill>
                        <a:schemeClr val="tx1"/>
                      </a:solidFill>
                      <a:prstDash val="solid"/>
                    </a:lnT>
                    <a:lnB w="19050" cmpd="sng">
                      <a:solidFill>
                        <a:schemeClr val="tx1"/>
                      </a:solidFill>
                      <a:prstDash val="solid"/>
                    </a:lnB>
                  </a:tcPr>
                </a:tc>
              </a:tr>
            </a:tbl>
          </a:graphicData>
        </a:graphic>
      </p:graphicFrame>
      <p:sp>
        <p:nvSpPr>
          <p:cNvPr id="3" name="Text Box 2"/>
          <p:cNvSpPr txBox="1"/>
          <p:nvPr/>
        </p:nvSpPr>
        <p:spPr>
          <a:xfrm>
            <a:off x="4485005" y="169545"/>
            <a:ext cx="2836545" cy="368300"/>
          </a:xfrm>
          <a:prstGeom prst="rect">
            <a:avLst/>
          </a:prstGeom>
          <a:noFill/>
        </p:spPr>
        <p:txBody>
          <a:bodyPr wrap="square" rtlCol="0" anchor="t">
            <a:spAutoFit/>
          </a:bodyPr>
          <a:p>
            <a:r>
              <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CART DETAILS TABLE</a:t>
            </a:r>
            <a:endPar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p:txBody>
      </p:sp>
      <p:sp>
        <p:nvSpPr>
          <p:cNvPr id="4" name="Text Box 3"/>
          <p:cNvSpPr txBox="1"/>
          <p:nvPr/>
        </p:nvSpPr>
        <p:spPr>
          <a:xfrm>
            <a:off x="4485005" y="2512695"/>
            <a:ext cx="3530600" cy="368300"/>
          </a:xfrm>
          <a:prstGeom prst="rect">
            <a:avLst/>
          </a:prstGeom>
          <a:noFill/>
        </p:spPr>
        <p:txBody>
          <a:bodyPr wrap="square" rtlCol="0" anchor="t">
            <a:spAutoFit/>
          </a:bodyPr>
          <a:p>
            <a:r>
              <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PENDING ORDER TABLE</a:t>
            </a:r>
            <a:endParaRPr lang="en-IN" altLang="en-US"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895850" y="401320"/>
            <a:ext cx="2587625" cy="474980"/>
          </a:xfrm>
          <a:prstGeom prst="rect">
            <a:avLst/>
          </a:prstGeom>
          <a:noFill/>
        </p:spPr>
        <p:txBody>
          <a:bodyPr wrap="square" rtlCol="0" anchor="t">
            <a:noAutofit/>
          </a:bodyPr>
          <a:p>
            <a:r>
              <a:rPr lang="en-IN" altLang="en-US" sz="2000"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rPr>
              <a:t>SYSTEM TESTING</a:t>
            </a:r>
            <a:endParaRPr lang="en-IN" altLang="en-US" sz="2000" b="1">
              <a:effectLst>
                <a:outerShdw blurRad="38100" dist="25400" dir="5400000" algn="ctr" rotWithShape="0">
                  <a:srgbClr val="6E747A">
                    <a:alpha val="43000"/>
                  </a:srgbClr>
                </a:outerShdw>
              </a:effectLst>
              <a:latin typeface="Times New Roman" panose="02020603050405020304" charset="0"/>
              <a:cs typeface="Times New Roman" panose="02020603050405020304" charset="0"/>
              <a:sym typeface="+mn-ea"/>
            </a:endParaRPr>
          </a:p>
        </p:txBody>
      </p:sp>
      <p:sp>
        <p:nvSpPr>
          <p:cNvPr id="5" name="Text Box 4"/>
          <p:cNvSpPr txBox="1"/>
          <p:nvPr/>
        </p:nvSpPr>
        <p:spPr>
          <a:xfrm>
            <a:off x="1511935" y="1232535"/>
            <a:ext cx="9168130" cy="768350"/>
          </a:xfrm>
          <a:prstGeom prst="rect">
            <a:avLst/>
          </a:prstGeom>
        </p:spPr>
        <p:txBody>
          <a:bodyPr wrap="square">
            <a:spAutoFit/>
          </a:bodyPr>
          <a:p>
            <a:r>
              <a:rPr sz="2200">
                <a:solidFill>
                  <a:srgbClr val="000000"/>
                </a:solidFill>
                <a:latin typeface="Times New Roman" panose="02020603050405020304" charset="0"/>
                <a:ea typeface="Times New Roman" panose="02020603050405020304"/>
                <a:cs typeface="Times New Roman" panose="02020603050405020304" charset="0"/>
              </a:rPr>
              <a:t>A primary purpose for testing is to detect software failures so that defects may be uncovered and corrected</a:t>
            </a:r>
            <a:r>
              <a:rPr lang="en-IN" sz="2200">
                <a:solidFill>
                  <a:srgbClr val="000000"/>
                </a:solidFill>
                <a:latin typeface="Times New Roman" panose="02020603050405020304" charset="0"/>
                <a:ea typeface="Times New Roman" panose="02020603050405020304"/>
                <a:cs typeface="Times New Roman" panose="02020603050405020304" charset="0"/>
              </a:rPr>
              <a:t>.</a:t>
            </a:r>
            <a:endParaRPr lang="en-IN" sz="2200">
              <a:solidFill>
                <a:srgbClr val="000000"/>
              </a:solidFill>
              <a:latin typeface="Times New Roman" panose="02020603050405020304" charset="0"/>
              <a:ea typeface="Times New Roman" panose="02020603050405020304"/>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2600" b="1">
                <a:latin typeface="Times New Roman" panose="02020603050405020304" charset="0"/>
                <a:cs typeface="Times New Roman" panose="02020603050405020304" charset="0"/>
              </a:rPr>
              <a:t>IMPLEMENTATION</a:t>
            </a:r>
            <a:endParaRPr lang="en-IN" altLang="en-US" sz="2600" b="1">
              <a:latin typeface="Times New Roman" panose="02020603050405020304" charset="0"/>
              <a:cs typeface="Times New Roman" panose="02020603050405020304" charset="0"/>
            </a:endParaRPr>
          </a:p>
        </p:txBody>
      </p:sp>
      <p:sp>
        <p:nvSpPr>
          <p:cNvPr id="6" name="Text Box 5"/>
          <p:cNvSpPr txBox="1"/>
          <p:nvPr/>
        </p:nvSpPr>
        <p:spPr>
          <a:xfrm>
            <a:off x="1313180" y="1871980"/>
            <a:ext cx="10311765" cy="4523105"/>
          </a:xfrm>
          <a:prstGeom prst="rect">
            <a:avLst/>
          </a:prstGeom>
          <a:noFill/>
        </p:spPr>
        <p:txBody>
          <a:bodyPr wrap="square" rtlCol="0">
            <a:spAutoFit/>
          </a:bodyPr>
          <a:p>
            <a:r>
              <a:rPr lang="en-US" altLang="en-US"/>
              <a:t>&lt;!DOCTYPE html&gt;</a:t>
            </a:r>
            <a:endParaRPr lang="en-US" altLang="en-US"/>
          </a:p>
          <a:p>
            <a:r>
              <a:rPr lang="en-US" altLang="en-US"/>
              <a:t>&lt;html lang="en"&gt;</a:t>
            </a:r>
            <a:endParaRPr lang="en-US" altLang="en-US"/>
          </a:p>
          <a:p>
            <a:r>
              <a:rPr lang="en-US" altLang="en-US"/>
              <a:t>&lt;head&gt;</a:t>
            </a:r>
            <a:endParaRPr lang="en-US" altLang="en-US"/>
          </a:p>
          <a:p>
            <a:r>
              <a:rPr lang="en-US" altLang="en-US"/>
              <a:t>    &lt;meta charset="utf-8"&gt;</a:t>
            </a:r>
            <a:endParaRPr lang="en-US" altLang="en-US"/>
          </a:p>
          <a:p>
            <a:r>
              <a:rPr lang="en-US" altLang="en-US"/>
              <a:t>    &lt;meta http-eqiv="X-UA-Compatible" content="IE-edge"&gt;</a:t>
            </a:r>
            <a:endParaRPr lang="en-US" altLang="en-US"/>
          </a:p>
          <a:p>
            <a:r>
              <a:rPr lang="en-US" altLang="en-US"/>
              <a:t>    &lt;meta name="viewport" content="width=device-width, initial-scale=1.0"&gt;</a:t>
            </a:r>
            <a:endParaRPr lang="en-US" altLang="en-US"/>
          </a:p>
          <a:p>
            <a:r>
              <a:rPr lang="en-US" altLang="en-US"/>
              <a:t>    &lt;title&gt;Ecommerce website using PHP and MYSQL&lt;/title&gt;</a:t>
            </a:r>
            <a:endParaRPr lang="en-US" altLang="en-US"/>
          </a:p>
          <a:p>
            <a:r>
              <a:rPr lang="en-US" altLang="en-US"/>
              <a:t>    &lt;!-- bootstrap CSS link --&gt;</a:t>
            </a:r>
            <a:endParaRPr lang="en-US" altLang="en-US"/>
          </a:p>
          <a:p>
            <a:r>
              <a:rPr lang="en-US" altLang="en-US"/>
              <a:t>    &lt;link href="https://cdn.jsdelivr.net/npm/bootstrap@5.1.3/dist/css/bootstrap.min.css" rel="stylesheet" integrity="sha384-1BmE4kWBq78iYhFldvKuhfTAU6auU8tT94WrHftjDbrCEXSU1oBoqyl2QvZ6jIW3" crossorigin="anonymous"&gt;</a:t>
            </a:r>
            <a:endParaRPr lang="en-US" altLang="en-US"/>
          </a:p>
          <a:p>
            <a:r>
              <a:rPr lang="en-US" altLang="en-US"/>
              <a:t>    &lt;!-- font awesome link --&gt;</a:t>
            </a:r>
            <a:endParaRPr lang="en-US" altLang="en-US"/>
          </a:p>
          <a:p>
            <a:r>
              <a:rPr lang="en-US" altLang="en-US"/>
              <a:t>    &lt;link rel="stylesheet" href="https://cdnjs.cloudflare.com/ajax/libs/font-awesome/6.6.0/css/all.min.css" integrity="sha512-Kc323vGBEqzTmouAECnVceyQqyqdsSiqLQISBL29aUW4U/M7pSPA/gEUZQqv1cwx4OnYxTxve5UMg5GT6L4JJg==" crossorigin="anonymous" referrerpolicy="no-referrer" /&gt;</a:t>
            </a:r>
            <a:endParaRPr lang="en-US" altLang="en-US"/>
          </a:p>
        </p:txBody>
      </p:sp>
      <p:sp>
        <p:nvSpPr>
          <p:cNvPr id="7" name="Text Box 6"/>
          <p:cNvSpPr txBox="1"/>
          <p:nvPr/>
        </p:nvSpPr>
        <p:spPr>
          <a:xfrm>
            <a:off x="1130300" y="1292225"/>
            <a:ext cx="4064000" cy="398780"/>
          </a:xfrm>
          <a:prstGeom prst="rect">
            <a:avLst/>
          </a:prstGeom>
          <a:noFill/>
        </p:spPr>
        <p:txBody>
          <a:bodyPr wrap="square" rtlCol="0">
            <a:spAutoFit/>
          </a:bodyPr>
          <a:p>
            <a:r>
              <a:rPr lang="en-IN" altLang="en-US" sz="2000" b="1">
                <a:latin typeface="Times New Roman" panose="02020603050405020304" charset="0"/>
                <a:cs typeface="Times New Roman" panose="02020603050405020304" charset="0"/>
              </a:rPr>
              <a:t>Index.php</a:t>
            </a:r>
            <a:endParaRPr lang="en-IN" altLang="en-US" sz="2000" b="1">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242060" y="365760"/>
            <a:ext cx="10290810" cy="6739255"/>
          </a:xfrm>
          <a:prstGeom prst="rect">
            <a:avLst/>
          </a:prstGeom>
          <a:noFill/>
        </p:spPr>
        <p:txBody>
          <a:bodyPr wrap="square" rtlCol="0">
            <a:spAutoFit/>
          </a:bodyPr>
          <a:p>
            <a:r>
              <a:rPr lang="en-US" altLang="en-US">
                <a:sym typeface="+mn-ea"/>
              </a:rPr>
              <a:t>  &lt;!-- css file --&gt;</a:t>
            </a:r>
            <a:endParaRPr lang="en-US" altLang="en-US"/>
          </a:p>
          <a:p>
            <a:r>
              <a:rPr lang="en-US" altLang="en-US">
                <a:sym typeface="+mn-ea"/>
              </a:rPr>
              <a:t>    &lt;link rel="stylesheet" href="style.css"&gt;</a:t>
            </a:r>
            <a:endParaRPr lang="en-US" altLang="en-US"/>
          </a:p>
          <a:p>
            <a:r>
              <a:rPr lang="en-US" altLang="en-US">
                <a:sym typeface="+mn-ea"/>
              </a:rPr>
              <a:t>&lt;/head&gt;</a:t>
            </a:r>
            <a:endParaRPr lang="en-US" altLang="en-US"/>
          </a:p>
          <a:p>
            <a:r>
              <a:rPr lang="en-US" altLang="en-US">
                <a:sym typeface="+mn-ea"/>
              </a:rPr>
              <a:t>&lt;body&gt;</a:t>
            </a:r>
            <a:endParaRPr lang="en-US" altLang="en-US"/>
          </a:p>
          <a:p>
            <a:r>
              <a:rPr lang="en-US" altLang="en-US">
                <a:sym typeface="+mn-ea"/>
              </a:rPr>
              <a:t>    &lt;!-- navbar --&gt;</a:t>
            </a:r>
            <a:endParaRPr lang="en-US" altLang="en-US"/>
          </a:p>
          <a:p>
            <a:r>
              <a:rPr lang="en-US" altLang="en-US">
                <a:sym typeface="+mn-ea"/>
              </a:rPr>
              <a:t>    &lt;div class="container-fluid p-0"&gt;</a:t>
            </a:r>
            <a:endParaRPr lang="en-US" altLang="en-US"/>
          </a:p>
          <a:p>
            <a:r>
              <a:rPr lang="en-US" altLang="en-US">
                <a:sym typeface="+mn-ea"/>
              </a:rPr>
              <a:t>        &lt;!-- first child --&gt;</a:t>
            </a:r>
            <a:endParaRPr lang="en-US" altLang="en-US"/>
          </a:p>
          <a:p>
            <a:r>
              <a:rPr lang="en-US" altLang="en-US">
                <a:sym typeface="+mn-ea"/>
              </a:rPr>
              <a:t>        &lt;nav class="navbar navbar-expand-lg navbar-light" style="background-color: #7851A9;"&gt;</a:t>
            </a:r>
            <a:endParaRPr lang="en-US" altLang="en-US"/>
          </a:p>
          <a:p>
            <a:r>
              <a:rPr lang="en-US" altLang="en-US">
                <a:sym typeface="+mn-ea"/>
              </a:rPr>
              <a:t>  &lt;div class="container-fluid"&gt;</a:t>
            </a:r>
            <a:endParaRPr lang="en-US" altLang="en-US"/>
          </a:p>
          <a:p>
            <a:r>
              <a:rPr lang="en-US" altLang="en-US">
                <a:sym typeface="+mn-ea"/>
              </a:rPr>
              <a:t>    &lt;img src="./images/logo.png" alt="" class="logo"&gt;</a:t>
            </a:r>
            <a:endParaRPr lang="en-US" altLang="en-US"/>
          </a:p>
          <a:p>
            <a:r>
              <a:rPr lang="en-US" altLang="en-US">
                <a:sym typeface="+mn-ea"/>
              </a:rPr>
              <a:t>    &lt;button class="navbar-toggler" type="button" data-bs-toggle="collapse" data-bs-target="#navbarSupportedContent" aria-controls="navbarSupportedContent" aria-expanded="false" aria-label="Toggle navigation"&gt;</a:t>
            </a:r>
            <a:endParaRPr lang="en-US" altLang="en-US"/>
          </a:p>
          <a:p>
            <a:r>
              <a:rPr lang="en-US" altLang="en-US">
                <a:sym typeface="+mn-ea"/>
              </a:rPr>
              <a:t>      &lt;span class="navbar-toggler-icon"&gt;&lt;/span&gt;</a:t>
            </a:r>
            <a:endParaRPr lang="en-US" altLang="en-US"/>
          </a:p>
          <a:p>
            <a:r>
              <a:rPr lang="en-US" altLang="en-US">
                <a:sym typeface="+mn-ea"/>
              </a:rPr>
              <a:t>    &lt;/button&gt;</a:t>
            </a:r>
            <a:endParaRPr lang="en-US" altLang="en-US"/>
          </a:p>
          <a:p>
            <a:r>
              <a:rPr lang="en-US" altLang="en-US">
                <a:sym typeface="+mn-ea"/>
              </a:rPr>
              <a:t>    &lt;div class="collapse navbar-collapse" id="navbarSupportedContent"&gt;</a:t>
            </a:r>
            <a:endParaRPr lang="en-US" altLang="en-US"/>
          </a:p>
          <a:p>
            <a:r>
              <a:rPr lang="en-US" altLang="en-US">
                <a:sym typeface="+mn-ea"/>
              </a:rPr>
              <a:t>      &lt;ul class="navbar-nav me-auto mb-2 mb-lg-0"&gt;</a:t>
            </a:r>
            <a:endParaRPr lang="en-US" altLang="en-US"/>
          </a:p>
          <a:p>
            <a:r>
              <a:rPr lang="en-US" altLang="en-US">
                <a:sym typeface="+mn-ea"/>
              </a:rPr>
              <a:t>        &lt;li class="nav-item"&gt;</a:t>
            </a:r>
            <a:endParaRPr lang="en-US" altLang="en-US"/>
          </a:p>
          <a:p>
            <a:r>
              <a:rPr lang="en-US" altLang="en-US">
                <a:sym typeface="+mn-ea"/>
              </a:rPr>
              <a:t>          &lt;a class="nav-link active" aria-current="page" href="/"&gt;Home&lt;/a&gt;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class="nav-link" href="#"&gt;Products&lt;/a&gt;</a:t>
            </a:r>
            <a:endParaRPr lang="en-US" altLang="en-US"/>
          </a:p>
          <a:p>
            <a:r>
              <a:rPr lang="en-US" altLang="en-US">
                <a:sym typeface="+mn-ea"/>
              </a:rPr>
              <a:t>        &lt;/li&gt;</a:t>
            </a:r>
            <a:endParaRPr lang="en-US" altLang="en-US"/>
          </a:p>
          <a:p>
            <a:r>
              <a:rPr lang="en-US" altLang="en-US">
                <a:sym typeface="+mn-ea"/>
              </a:rPr>
              <a:t>       </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292860" y="772795"/>
            <a:ext cx="11521440" cy="6185535"/>
          </a:xfrm>
          <a:prstGeom prst="rect">
            <a:avLst/>
          </a:prstGeom>
          <a:noFill/>
        </p:spPr>
        <p:txBody>
          <a:bodyPr wrap="square" rtlCol="0">
            <a:spAutoFit/>
          </a:bodyPr>
          <a:p>
            <a:r>
              <a:rPr lang="en-US" altLang="en-US">
                <a:sym typeface="+mn-ea"/>
              </a:rPr>
              <a:t> &lt;li class="nav-item"&gt;</a:t>
            </a:r>
            <a:endParaRPr lang="en-US" altLang="en-US"/>
          </a:p>
          <a:p>
            <a:r>
              <a:rPr lang="en-US" altLang="en-US">
                <a:sym typeface="+mn-ea"/>
              </a:rPr>
              <a:t>          &lt;a class="nav-link" href="#"&gt;Register&lt;/a&gt;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class="nav-link" href="#"&gt;Contact&lt;/a&gt;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class="nav-link" href="#"&gt;&lt;i class="fa-solid fa-cart-shopping"&gt;&lt;/i&gt;&lt;sup&gt;1&lt;/sup&gt;&lt;/a&gt;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class="nav-link" href="#"&gt;Total Price:100/- &lt;/a&gt;</a:t>
            </a:r>
            <a:endParaRPr lang="en-US" altLang="en-US"/>
          </a:p>
          <a:p>
            <a:r>
              <a:rPr lang="en-US" altLang="en-US">
                <a:sym typeface="+mn-ea"/>
              </a:rPr>
              <a:t>        &lt;/li&gt;</a:t>
            </a:r>
            <a:endParaRPr lang="en-US" altLang="en-US"/>
          </a:p>
          <a:p>
            <a:r>
              <a:rPr lang="en-US" altLang="en-US">
                <a:sym typeface="+mn-ea"/>
              </a:rPr>
              <a:t>      &lt;/ul&gt;</a:t>
            </a:r>
            <a:endParaRPr lang="en-US" altLang="en-US"/>
          </a:p>
          <a:p>
            <a:r>
              <a:rPr lang="en-US" altLang="en-US">
                <a:sym typeface="+mn-ea"/>
              </a:rPr>
              <a:t>      &lt;form class="d-flex"&gt;</a:t>
            </a:r>
            <a:endParaRPr lang="en-US" altLang="en-US"/>
          </a:p>
          <a:p>
            <a:r>
              <a:rPr lang="en-US" altLang="en-US">
                <a:sym typeface="+mn-ea"/>
              </a:rPr>
              <a:t>        &lt;input class="form-control me-2" type="search" placeholder="Search" aria-label="Search"&gt;</a:t>
            </a:r>
            <a:endParaRPr lang="en-US" altLang="en-US"/>
          </a:p>
          <a:p>
            <a:r>
              <a:rPr lang="en-US" altLang="en-US">
                <a:sym typeface="+mn-ea"/>
              </a:rPr>
              <a:t>        &lt;button class="btn btn-outline-dark" type="submit"&gt;Search&lt;/button&gt;</a:t>
            </a:r>
            <a:endParaRPr lang="en-US" altLang="en-US"/>
          </a:p>
          <a:p>
            <a:r>
              <a:rPr lang="en-US" altLang="en-US">
                <a:sym typeface="+mn-ea"/>
              </a:rPr>
              <a:t>      &lt;/form&gt;</a:t>
            </a:r>
            <a:endParaRPr lang="en-US" altLang="en-US"/>
          </a:p>
          <a:p>
            <a:r>
              <a:rPr lang="en-US" altLang="en-US">
                <a:sym typeface="+mn-ea"/>
              </a:rPr>
              <a:t>    &lt;/div&gt;</a:t>
            </a:r>
            <a:endParaRPr lang="en-US" altLang="en-US"/>
          </a:p>
          <a:p>
            <a:r>
              <a:rPr lang="en-US" altLang="en-US">
                <a:sym typeface="+mn-ea"/>
              </a:rPr>
              <a:t>  &lt;/div&gt;</a:t>
            </a:r>
            <a:endParaRPr lang="en-US" altLang="en-US"/>
          </a:p>
          <a:p>
            <a:r>
              <a:rPr lang="en-US" altLang="en-US">
                <a:sym typeface="+mn-ea"/>
              </a:rPr>
              <a:t>&lt;/nav&gt;</a:t>
            </a:r>
            <a:endParaRPr lang="en-US" altLang="en-US"/>
          </a:p>
          <a:p>
            <a:endParaRPr lang="en-US" altLang="en-US"/>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40460" y="395605"/>
            <a:ext cx="11634470" cy="6462395"/>
          </a:xfrm>
          <a:prstGeom prst="rect">
            <a:avLst/>
          </a:prstGeom>
          <a:noFill/>
        </p:spPr>
        <p:txBody>
          <a:bodyPr wrap="square" rtlCol="0">
            <a:spAutoFit/>
          </a:bodyPr>
          <a:p>
            <a:r>
              <a:rPr lang="en-US" altLang="en-US">
                <a:sym typeface="+mn-ea"/>
              </a:rPr>
              <a:t>&lt;!-- second child --&gt;</a:t>
            </a:r>
            <a:endParaRPr lang="en-US" altLang="en-US"/>
          </a:p>
          <a:p>
            <a:r>
              <a:rPr lang="en-US" altLang="en-US">
                <a:sym typeface="+mn-ea"/>
              </a:rPr>
              <a:t> &lt;nav class="navbar navbar-expand-lg navbar-dark bg-dark"&gt;</a:t>
            </a:r>
            <a:endParaRPr lang="en-US" altLang="en-US"/>
          </a:p>
          <a:p>
            <a:r>
              <a:rPr lang="en-US" altLang="en-US">
                <a:sym typeface="+mn-ea"/>
              </a:rPr>
              <a:t> &lt;u1 class="navbar-nav me-auto"&gt;</a:t>
            </a:r>
            <a:endParaRPr lang="en-US" altLang="en-US"/>
          </a:p>
          <a:p>
            <a:r>
              <a:rPr lang="en-US" altLang="en-US">
                <a:sym typeface="+mn-ea"/>
              </a:rPr>
              <a:t> &lt;li class="nav-item"&gt;</a:t>
            </a:r>
            <a:endParaRPr lang="en-US" altLang="en-US"/>
          </a:p>
          <a:p>
            <a:r>
              <a:rPr lang="en-US" altLang="en-US">
                <a:sym typeface="+mn-ea"/>
              </a:rPr>
              <a:t>          &lt;a class="nav-link" href="#"&gt;Welcome Guest&lt;/a&gt;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class="nav-link" href="#"&gt;Login&lt;/a&gt;</a:t>
            </a:r>
            <a:endParaRPr lang="en-US" altLang="en-US"/>
          </a:p>
          <a:p>
            <a:r>
              <a:rPr lang="en-US" altLang="en-US">
                <a:sym typeface="+mn-ea"/>
              </a:rPr>
              <a:t>        &lt;/li&gt;</a:t>
            </a:r>
            <a:endParaRPr lang="en-US" altLang="en-US"/>
          </a:p>
          <a:p>
            <a:r>
              <a:rPr lang="en-US" altLang="en-US">
                <a:sym typeface="+mn-ea"/>
              </a:rPr>
              <a:t> &lt;/u1&gt;</a:t>
            </a:r>
            <a:endParaRPr lang="en-US" altLang="en-US"/>
          </a:p>
          <a:p>
            <a:r>
              <a:rPr lang="en-US" altLang="en-US">
                <a:sym typeface="+mn-ea"/>
              </a:rPr>
              <a:t> &lt;/nav&gt;</a:t>
            </a:r>
            <a:endParaRPr lang="en-US" altLang="en-US"/>
          </a:p>
          <a:p>
            <a:endParaRPr lang="en-US" altLang="en-US"/>
          </a:p>
          <a:p>
            <a:r>
              <a:rPr lang="en-US" altLang="en-US">
                <a:sym typeface="+mn-ea"/>
              </a:rPr>
              <a:t> &lt;!-- third child --&gt;</a:t>
            </a:r>
            <a:endParaRPr lang="en-US" altLang="en-US"/>
          </a:p>
          <a:p>
            <a:r>
              <a:rPr lang="en-US" altLang="en-US">
                <a:sym typeface="+mn-ea"/>
              </a:rPr>
              <a:t>&lt;div class="bg-light"&gt;</a:t>
            </a:r>
            <a:endParaRPr lang="en-US" altLang="en-US"/>
          </a:p>
          <a:p>
            <a:r>
              <a:rPr lang="en-US" altLang="en-US">
                <a:sym typeface="+mn-ea"/>
              </a:rPr>
              <a:t>  &lt;h3 class="text-center"&gt;BABY CARE&lt;/h3&gt;</a:t>
            </a:r>
            <a:endParaRPr lang="en-US" altLang="en-US"/>
          </a:p>
          <a:p>
            <a:r>
              <a:rPr lang="en-US" altLang="en-US">
                <a:sym typeface="+mn-ea"/>
              </a:rPr>
              <a:t>  &lt;p class="text-center"&gt;Where smiles and giggles never fade&lt;/p&gt;</a:t>
            </a:r>
            <a:endParaRPr lang="en-US" altLang="en-US"/>
          </a:p>
          <a:p>
            <a:r>
              <a:rPr lang="en-US" altLang="en-US">
                <a:sym typeface="+mn-ea"/>
              </a:rPr>
              <a:t>&lt;/div&gt;</a:t>
            </a:r>
            <a:endParaRPr lang="en-US" altLang="en-US"/>
          </a:p>
          <a:p>
            <a:endParaRPr lang="en-US" altLang="en-US"/>
          </a:p>
          <a:p>
            <a:endParaRPr lang="en-US" altLang="en-US"/>
          </a:p>
          <a:p>
            <a:r>
              <a:rPr lang="en-US" altLang="en-US">
                <a:sym typeface="+mn-ea"/>
              </a:rPr>
              <a:t>&lt;!-- fourth child --&gt;</a:t>
            </a:r>
            <a:endParaRPr lang="en-US" altLang="en-US"/>
          </a:p>
          <a:p>
            <a:r>
              <a:rPr lang="en-US" altLang="en-US">
                <a:sym typeface="+mn-ea"/>
              </a:rPr>
              <a:t>&lt;div class="row"&gt;</a:t>
            </a:r>
            <a:endParaRPr lang="en-US" altLang="en-US"/>
          </a:p>
          <a:p>
            <a:r>
              <a:rPr lang="en-US" altLang="en-US">
                <a:sym typeface="+mn-ea"/>
              </a:rPr>
              <a:t>  &lt;div class="col-md-10"&gt;</a:t>
            </a:r>
            <a:endParaRPr lang="en-US" altLang="en-US"/>
          </a:p>
          <a:p>
            <a:r>
              <a:rPr lang="en-US" altLang="en-US">
                <a:sym typeface="+mn-ea"/>
              </a:rPr>
              <a:t>  </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44880" y="274320"/>
            <a:ext cx="11247120" cy="7570470"/>
          </a:xfrm>
          <a:prstGeom prst="rect">
            <a:avLst/>
          </a:prstGeom>
          <a:noFill/>
        </p:spPr>
        <p:txBody>
          <a:bodyPr wrap="square" rtlCol="0">
            <a:spAutoFit/>
          </a:bodyPr>
          <a:p>
            <a:r>
              <a:rPr lang="en-US" altLang="en-US">
                <a:sym typeface="+mn-ea"/>
              </a:rPr>
              <a:t>&lt;!-- products --&gt;</a:t>
            </a:r>
            <a:endParaRPr lang="en-US" altLang="en-US"/>
          </a:p>
          <a:p>
            <a:r>
              <a:rPr lang="en-US" altLang="en-US">
                <a:sym typeface="+mn-ea"/>
              </a:rPr>
              <a:t>&lt;div class="row"&gt;</a:t>
            </a:r>
            <a:endParaRPr lang="en-US" altLang="en-US"/>
          </a:p>
          <a:p>
            <a:r>
              <a:rPr lang="en-US" altLang="en-US">
                <a:sym typeface="+mn-ea"/>
              </a:rPr>
              <a:t>  &lt;div class="col-md-4 mb-2"&gt;</a:t>
            </a:r>
            <a:endParaRPr lang="en-US" altLang="en-US"/>
          </a:p>
          <a:p>
            <a:r>
              <a:rPr lang="en-US" altLang="en-US">
                <a:sym typeface="+mn-ea"/>
              </a:rPr>
              <a:t>  &lt;div class="card"&gt;</a:t>
            </a:r>
            <a:endParaRPr lang="en-US" altLang="en-US"/>
          </a:p>
          <a:p>
            <a:r>
              <a:rPr lang="en-US" altLang="en-US">
                <a:sym typeface="+mn-ea"/>
              </a:rPr>
              <a:t>  &lt;img src="./images/product1.jpg" class="card-img-top" alt="..."&gt;</a:t>
            </a:r>
            <a:endParaRPr lang="en-US" altLang="en-US"/>
          </a:p>
          <a:p>
            <a:r>
              <a:rPr lang="en-US" altLang="en-US">
                <a:sym typeface="+mn-ea"/>
              </a:rPr>
              <a:t>  &lt;div class="card-body"&gt;</a:t>
            </a:r>
            <a:endParaRPr lang="en-US" altLang="en-US"/>
          </a:p>
          <a:p>
            <a:r>
              <a:rPr lang="en-US" altLang="en-US">
                <a:sym typeface="+mn-ea"/>
              </a:rPr>
              <a:t>    &lt;h5 class="card-title"&gt;Card title&lt;/h5&gt;</a:t>
            </a:r>
            <a:endParaRPr lang="en-US" altLang="en-US"/>
          </a:p>
          <a:p>
            <a:r>
              <a:rPr lang="en-US" altLang="en-US">
                <a:sym typeface="+mn-ea"/>
              </a:rPr>
              <a:t>    &lt;p class="card-text"&gt;Some quick example text to build on the card title and make up the bulk of the card's content.&lt;/p&gt;</a:t>
            </a:r>
            <a:endParaRPr lang="en-US" altLang="en-US"/>
          </a:p>
          <a:p>
            <a:r>
              <a:rPr lang="en-US" altLang="en-US">
                <a:sym typeface="+mn-ea"/>
              </a:rPr>
              <a:t>    &lt;a href="#" class="btn btn-info"&gt;Add to cart &lt;/a&gt;</a:t>
            </a:r>
            <a:endParaRPr lang="en-US" altLang="en-US"/>
          </a:p>
          <a:p>
            <a:r>
              <a:rPr lang="en-US" altLang="en-US">
                <a:sym typeface="+mn-ea"/>
              </a:rPr>
              <a:t>    &lt;a href="#" class="btn btn-secondary"&gt;View more&lt;/a&gt;</a:t>
            </a:r>
            <a:endParaRPr lang="en-US" altLang="en-US"/>
          </a:p>
          <a:p>
            <a:r>
              <a:rPr lang="en-US" altLang="en-US">
                <a:sym typeface="+mn-ea"/>
              </a:rPr>
              <a:t>  &lt;/div&gt;</a:t>
            </a:r>
            <a:endParaRPr lang="en-US" altLang="en-US"/>
          </a:p>
          <a:p>
            <a:r>
              <a:rPr lang="en-US" altLang="en-US">
                <a:sym typeface="+mn-ea"/>
              </a:rPr>
              <a:t>&lt;/div&gt;</a:t>
            </a:r>
            <a:endParaRPr lang="en-US" altLang="en-US"/>
          </a:p>
          <a:p>
            <a:r>
              <a:rPr lang="en-US" altLang="en-US">
                <a:sym typeface="+mn-ea"/>
              </a:rPr>
              <a:t>  &lt;/div&gt;</a:t>
            </a:r>
            <a:endParaRPr lang="en-US" altLang="en-US"/>
          </a:p>
          <a:p>
            <a:r>
              <a:rPr lang="en-US" altLang="en-US">
                <a:sym typeface="+mn-ea"/>
              </a:rPr>
              <a:t>  &lt;div class="col-md-4 mb-2"&gt;</a:t>
            </a:r>
            <a:endParaRPr lang="en-US" altLang="en-US"/>
          </a:p>
          <a:p>
            <a:r>
              <a:rPr lang="en-US" altLang="en-US">
                <a:sym typeface="+mn-ea"/>
              </a:rPr>
              <a:t>  &lt;div class="card"&gt;</a:t>
            </a:r>
            <a:endParaRPr lang="en-US" altLang="en-US"/>
          </a:p>
          <a:p>
            <a:r>
              <a:rPr lang="en-US" altLang="en-US">
                <a:sym typeface="+mn-ea"/>
              </a:rPr>
              <a:t>  &lt;img src="./images/hani.jpeg" class="card-img-top" alt="..."&gt;</a:t>
            </a:r>
            <a:endParaRPr lang="en-US" altLang="en-US"/>
          </a:p>
          <a:p>
            <a:r>
              <a:rPr lang="en-US" altLang="en-US">
                <a:sym typeface="+mn-ea"/>
              </a:rPr>
              <a:t>  &lt;div class="card-body"&gt;</a:t>
            </a:r>
            <a:endParaRPr lang="en-US" altLang="en-US"/>
          </a:p>
          <a:p>
            <a:r>
              <a:rPr lang="en-US" altLang="en-US">
                <a:sym typeface="+mn-ea"/>
              </a:rPr>
              <a:t>    &lt;h5 class="card-title"&gt;Card title&lt;/h5&gt;</a:t>
            </a:r>
            <a:endParaRPr lang="en-US" altLang="en-US"/>
          </a:p>
          <a:p>
            <a:r>
              <a:rPr lang="en-US" altLang="en-US">
                <a:sym typeface="+mn-ea"/>
              </a:rPr>
              <a:t>    &lt;p class="card-text"&gt;Some quick example text to build on the card title and make up the bulk of the card's content.&lt;/p&gt;</a:t>
            </a:r>
            <a:endParaRPr lang="en-US" altLang="en-US"/>
          </a:p>
          <a:p>
            <a:r>
              <a:rPr lang="en-US" altLang="en-US">
                <a:sym typeface="+mn-ea"/>
              </a:rPr>
              <a:t>    &lt;a href="#" class="btn btn-info"&gt;Add to cart &lt;/a&gt;</a:t>
            </a:r>
            <a:endParaRPr lang="en-US" altLang="en-US"/>
          </a:p>
          <a:p>
            <a:r>
              <a:rPr lang="en-US" altLang="en-US">
                <a:sym typeface="+mn-ea"/>
              </a:rPr>
              <a:t>    &lt;a href="#" class="btn btn-secondary"&gt;View more&lt;/a&gt;</a:t>
            </a:r>
            <a:endParaRPr lang="en-US" altLang="en-US"/>
          </a:p>
          <a:p>
            <a:r>
              <a:rPr lang="en-US" altLang="en-US">
                <a:sym typeface="+mn-ea"/>
              </a:rPr>
              <a:t>  </a:t>
            </a:r>
            <a:endParaRPr lang="en-US" altLang="en-US"/>
          </a:p>
          <a:p>
            <a:endParaRPr lang="en-US"/>
          </a:p>
          <a:p>
            <a:endParaRPr lang="en-US"/>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91260" y="304800"/>
            <a:ext cx="11063605" cy="6739255"/>
          </a:xfrm>
          <a:prstGeom prst="rect">
            <a:avLst/>
          </a:prstGeom>
          <a:noFill/>
        </p:spPr>
        <p:txBody>
          <a:bodyPr wrap="square" rtlCol="0">
            <a:spAutoFit/>
          </a:bodyPr>
          <a:p>
            <a:r>
              <a:rPr lang="en-US" altLang="en-US">
                <a:sym typeface="+mn-ea"/>
              </a:rPr>
              <a:t>&lt;/div&gt;</a:t>
            </a:r>
            <a:endParaRPr lang="en-US" altLang="en-US"/>
          </a:p>
          <a:p>
            <a:r>
              <a:rPr lang="en-IN" altLang="en-US">
                <a:sym typeface="+mn-ea"/>
              </a:rPr>
              <a:t> </a:t>
            </a:r>
            <a:r>
              <a:rPr lang="en-US" altLang="en-US">
                <a:sym typeface="+mn-ea"/>
              </a:rPr>
              <a:t>&lt;/div&gt;</a:t>
            </a:r>
            <a:endParaRPr lang="en-US" altLang="en-US"/>
          </a:p>
          <a:p>
            <a:r>
              <a:rPr lang="en-US" altLang="en-US">
                <a:sym typeface="+mn-ea"/>
              </a:rPr>
              <a:t>  </a:t>
            </a:r>
            <a:r>
              <a:rPr lang="en-IN" altLang="en-US">
                <a:sym typeface="+mn-ea"/>
              </a:rPr>
              <a:t> </a:t>
            </a:r>
            <a:r>
              <a:rPr lang="en-US" altLang="en-US">
                <a:sym typeface="+mn-ea"/>
              </a:rPr>
              <a:t>&lt;/div&gt;</a:t>
            </a:r>
            <a:endParaRPr lang="en-US" altLang="en-US"/>
          </a:p>
          <a:p>
            <a:r>
              <a:rPr lang="en-US" altLang="en-US">
                <a:sym typeface="+mn-ea"/>
              </a:rPr>
              <a:t>&lt;div class="col-md-4 mb-2"&gt;</a:t>
            </a:r>
            <a:endParaRPr lang="en-US" altLang="en-US"/>
          </a:p>
          <a:p>
            <a:r>
              <a:rPr lang="en-US" altLang="en-US">
                <a:sym typeface="+mn-ea"/>
              </a:rPr>
              <a:t>  &lt;div class="card"&gt;</a:t>
            </a:r>
            <a:endParaRPr lang="en-US" altLang="en-US"/>
          </a:p>
          <a:p>
            <a:r>
              <a:rPr lang="en-US" altLang="en-US">
                <a:sym typeface="+mn-ea"/>
              </a:rPr>
              <a:t>  &lt;img src="./images/product3.jpg" class="card-img-top" alt="..."&gt;</a:t>
            </a:r>
            <a:endParaRPr lang="en-US" altLang="en-US"/>
          </a:p>
          <a:p>
            <a:r>
              <a:rPr lang="en-US" altLang="en-US">
                <a:sym typeface="+mn-ea"/>
              </a:rPr>
              <a:t>  &lt;div class="card-body"&gt;</a:t>
            </a:r>
            <a:endParaRPr lang="en-US" altLang="en-US"/>
          </a:p>
          <a:p>
            <a:r>
              <a:rPr lang="en-US" altLang="en-US">
                <a:sym typeface="+mn-ea"/>
              </a:rPr>
              <a:t>    &lt;h5 class="card-title"&gt;Card title&lt;/h5&gt;</a:t>
            </a:r>
            <a:endParaRPr lang="en-US" altLang="en-US"/>
          </a:p>
          <a:p>
            <a:r>
              <a:rPr lang="en-US" altLang="en-US">
                <a:sym typeface="+mn-ea"/>
              </a:rPr>
              <a:t>    &lt;p class="card-text"&gt;Some quick example text to build on the card title and make up the bulk of the card's content.&lt;/p&gt;</a:t>
            </a:r>
            <a:endParaRPr lang="en-US" altLang="en-US"/>
          </a:p>
          <a:p>
            <a:r>
              <a:rPr lang="en-US" altLang="en-US">
                <a:sym typeface="+mn-ea"/>
              </a:rPr>
              <a:t>    &lt;a href="#" class="btn btn-info"&gt;Add to cart &lt;/a&gt;</a:t>
            </a:r>
            <a:endParaRPr lang="en-US" altLang="en-US"/>
          </a:p>
          <a:p>
            <a:r>
              <a:rPr lang="en-US" altLang="en-US">
                <a:sym typeface="+mn-ea"/>
              </a:rPr>
              <a:t>    &lt;a href="#" class="btn btn-secondary"&gt;View more&lt;/a&gt;</a:t>
            </a:r>
            <a:endParaRPr lang="en-US" altLang="en-US"/>
          </a:p>
          <a:p>
            <a:r>
              <a:rPr lang="en-US" altLang="en-US">
                <a:sym typeface="+mn-ea"/>
              </a:rPr>
              <a:t>  &lt;/div&gt;</a:t>
            </a:r>
            <a:endParaRPr lang="en-US" altLang="en-US"/>
          </a:p>
          <a:p>
            <a:r>
              <a:rPr lang="en-US" altLang="en-US">
                <a:sym typeface="+mn-ea"/>
              </a:rPr>
              <a:t>&lt;/div&gt;</a:t>
            </a:r>
            <a:endParaRPr lang="en-US" altLang="en-US"/>
          </a:p>
          <a:p>
            <a:r>
              <a:rPr lang="en-US" altLang="en-US">
                <a:sym typeface="+mn-ea"/>
              </a:rPr>
              <a:t>  &lt;/div&gt;</a:t>
            </a:r>
            <a:endParaRPr lang="en-US" altLang="en-US"/>
          </a:p>
          <a:p>
            <a:r>
              <a:rPr lang="en-US" altLang="en-US">
                <a:sym typeface="+mn-ea"/>
              </a:rPr>
              <a:t>  &lt;div class="col-md-4 mb-2"&gt;</a:t>
            </a:r>
            <a:endParaRPr lang="en-US" altLang="en-US"/>
          </a:p>
          <a:p>
            <a:r>
              <a:rPr lang="en-US" altLang="en-US">
                <a:sym typeface="+mn-ea"/>
              </a:rPr>
              <a:t>  &lt;div class="card"&gt;</a:t>
            </a:r>
            <a:endParaRPr lang="en-US" altLang="en-US"/>
          </a:p>
          <a:p>
            <a:r>
              <a:rPr lang="en-US" altLang="en-US">
                <a:sym typeface="+mn-ea"/>
              </a:rPr>
              <a:t>  &lt;img src="./images/product3.jpg" class="card-img-top" alt="..."&gt;</a:t>
            </a:r>
            <a:endParaRPr lang="en-US" altLang="en-US"/>
          </a:p>
          <a:p>
            <a:r>
              <a:rPr lang="en-US" altLang="en-US">
                <a:sym typeface="+mn-ea"/>
              </a:rPr>
              <a:t>  &lt;div class="card-body"&gt;</a:t>
            </a:r>
            <a:endParaRPr lang="en-US" altLang="en-US"/>
          </a:p>
          <a:p>
            <a:r>
              <a:rPr lang="en-US" altLang="en-US">
                <a:sym typeface="+mn-ea"/>
              </a:rPr>
              <a:t>    &lt;h5 class="card-title"&gt;Card title&lt;/h5&gt;</a:t>
            </a:r>
            <a:endParaRPr lang="en-US" altLang="en-US"/>
          </a:p>
          <a:p>
            <a:r>
              <a:rPr lang="en-US" altLang="en-US">
                <a:sym typeface="+mn-ea"/>
              </a:rPr>
              <a:t>    &lt;p class="card-text"&gt;Some quick example text to build on the card title and make up the bulk of the card's content.&lt;/p&gt;</a:t>
            </a:r>
            <a:endParaRPr lang="en-US" altLang="en-US"/>
          </a:p>
          <a:p>
            <a:r>
              <a:rPr lang="en-US" altLang="en-US">
                <a:sym typeface="+mn-ea"/>
              </a:rPr>
              <a:t>    &lt;a href="#" class="btn btn-info"&gt;Add to cart &lt;/a&gt;</a:t>
            </a:r>
            <a:endParaRPr lang="en-US" altLang="en-US"/>
          </a:p>
          <a:p>
            <a:r>
              <a:rPr lang="en-US" altLang="en-US">
                <a:sym typeface="+mn-ea"/>
              </a:rPr>
              <a:t>   </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30300" y="294640"/>
            <a:ext cx="11278235" cy="7016115"/>
          </a:xfrm>
          <a:prstGeom prst="rect">
            <a:avLst/>
          </a:prstGeom>
          <a:noFill/>
        </p:spPr>
        <p:txBody>
          <a:bodyPr wrap="square" rtlCol="0">
            <a:spAutoFit/>
          </a:bodyPr>
          <a:p>
            <a:r>
              <a:rPr lang="en-US" altLang="en-US">
                <a:sym typeface="+mn-ea"/>
              </a:rPr>
              <a:t> &lt;a href="#" class="btn btn-secondary"&gt;View more&lt;/a&gt;</a:t>
            </a:r>
            <a:endParaRPr lang="en-US" altLang="en-US"/>
          </a:p>
          <a:p>
            <a:r>
              <a:rPr lang="en-US" altLang="en-US">
                <a:sym typeface="+mn-ea"/>
              </a:rPr>
              <a:t>  &lt;/div&gt;</a:t>
            </a:r>
            <a:endParaRPr lang="en-US" altLang="en-US"/>
          </a:p>
          <a:p>
            <a:r>
              <a:rPr lang="en-US" altLang="en-US">
                <a:sym typeface="+mn-ea"/>
              </a:rPr>
              <a:t>&lt;/div&gt;</a:t>
            </a:r>
            <a:endParaRPr lang="en-US" altLang="en-US"/>
          </a:p>
          <a:p>
            <a:r>
              <a:rPr lang="en-US" altLang="en-US">
                <a:sym typeface="+mn-ea"/>
              </a:rPr>
              <a:t>  &lt;/div&gt;</a:t>
            </a:r>
            <a:endParaRPr lang="en-US" altLang="en-US"/>
          </a:p>
          <a:p>
            <a:r>
              <a:rPr lang="en-US" altLang="en-US">
                <a:sym typeface="+mn-ea"/>
              </a:rPr>
              <a:t>  &lt;div class="col-md-4 mb-2"&gt;</a:t>
            </a:r>
            <a:endParaRPr lang="en-US" altLang="en-US"/>
          </a:p>
          <a:p>
            <a:r>
              <a:rPr lang="en-US" altLang="en-US">
                <a:sym typeface="+mn-ea"/>
              </a:rPr>
              <a:t>  &lt;div class="card"&gt;</a:t>
            </a:r>
            <a:endParaRPr lang="en-US" altLang="en-US"/>
          </a:p>
          <a:p>
            <a:r>
              <a:rPr lang="en-US" altLang="en-US">
                <a:sym typeface="+mn-ea"/>
              </a:rPr>
              <a:t>  &lt;img src="./images/product2 (6).jpg" class="card-img-top" alt="..."&gt;</a:t>
            </a:r>
            <a:endParaRPr lang="en-US" altLang="en-US"/>
          </a:p>
          <a:p>
            <a:r>
              <a:rPr lang="en-US" altLang="en-US">
                <a:sym typeface="+mn-ea"/>
              </a:rPr>
              <a:t>  &lt;div class="card-body"&gt;</a:t>
            </a:r>
            <a:endParaRPr lang="en-US" altLang="en-US"/>
          </a:p>
          <a:p>
            <a:r>
              <a:rPr lang="en-US" altLang="en-US">
                <a:sym typeface="+mn-ea"/>
              </a:rPr>
              <a:t>    &lt;h5 class="card-title"&gt;Card title&lt;/h5&gt;</a:t>
            </a:r>
            <a:endParaRPr lang="en-US" altLang="en-US"/>
          </a:p>
          <a:p>
            <a:r>
              <a:rPr lang="en-US" altLang="en-US">
                <a:sym typeface="+mn-ea"/>
              </a:rPr>
              <a:t>    &lt;p class="card-text"&gt;Some quick example text to build on the card title and make up the bulk of the card's content.&lt;/p&gt;</a:t>
            </a:r>
            <a:endParaRPr lang="en-US" altLang="en-US"/>
          </a:p>
          <a:p>
            <a:r>
              <a:rPr lang="en-US" altLang="en-US">
                <a:sym typeface="+mn-ea"/>
              </a:rPr>
              <a:t>    &lt;a href="#" class="btn btn-info"&gt;Add to cart &lt;/a&gt;</a:t>
            </a:r>
            <a:endParaRPr lang="en-US" altLang="en-US"/>
          </a:p>
          <a:p>
            <a:r>
              <a:rPr lang="en-US" altLang="en-US">
                <a:sym typeface="+mn-ea"/>
              </a:rPr>
              <a:t>    &lt;a href="#" class="btn btn-secondary"&gt;View more&lt;/a&gt;</a:t>
            </a:r>
            <a:endParaRPr lang="en-US" altLang="en-US"/>
          </a:p>
          <a:p>
            <a:r>
              <a:rPr lang="en-US" altLang="en-US">
                <a:sym typeface="+mn-ea"/>
              </a:rPr>
              <a:t>  &lt;/div&gt;</a:t>
            </a:r>
            <a:endParaRPr lang="en-US" altLang="en-US"/>
          </a:p>
          <a:p>
            <a:r>
              <a:rPr lang="en-US" altLang="en-US">
                <a:sym typeface="+mn-ea"/>
              </a:rPr>
              <a:t>&lt;/div&gt;</a:t>
            </a:r>
            <a:endParaRPr lang="en-US" altLang="en-US"/>
          </a:p>
          <a:p>
            <a:r>
              <a:rPr lang="en-US" altLang="en-US">
                <a:sym typeface="+mn-ea"/>
              </a:rPr>
              <a:t>  &lt;/div&gt;</a:t>
            </a:r>
            <a:endParaRPr lang="en-US" altLang="en-US"/>
          </a:p>
          <a:p>
            <a:r>
              <a:rPr lang="en-US" altLang="en-US">
                <a:sym typeface="+mn-ea"/>
              </a:rPr>
              <a:t>  &lt;div class="col-md-4 mb-2"&gt;</a:t>
            </a:r>
            <a:endParaRPr lang="en-US" altLang="en-US"/>
          </a:p>
          <a:p>
            <a:r>
              <a:rPr lang="en-US" altLang="en-US">
                <a:sym typeface="+mn-ea"/>
              </a:rPr>
              <a:t>  &lt;div class="card"&gt;</a:t>
            </a:r>
            <a:endParaRPr lang="en-US" altLang="en-US"/>
          </a:p>
          <a:p>
            <a:r>
              <a:rPr lang="en-US" altLang="en-US">
                <a:sym typeface="+mn-ea"/>
              </a:rPr>
              <a:t>  &lt;img src="./images/hani.jpeg" class="card-img-top" alt="..."&gt;</a:t>
            </a:r>
            <a:endParaRPr lang="en-US" altLang="en-US"/>
          </a:p>
          <a:p>
            <a:r>
              <a:rPr lang="en-US" altLang="en-US">
                <a:sym typeface="+mn-ea"/>
              </a:rPr>
              <a:t>  &lt;div class="card-body"&gt;</a:t>
            </a:r>
            <a:endParaRPr lang="en-US" altLang="en-US"/>
          </a:p>
          <a:p>
            <a:r>
              <a:rPr lang="en-US" altLang="en-US">
                <a:sym typeface="+mn-ea"/>
              </a:rPr>
              <a:t>    &lt;h5 class="card-title"&gt;Card title&lt;/h5&gt;</a:t>
            </a:r>
            <a:endParaRPr lang="en-US" altLang="en-US"/>
          </a:p>
          <a:p>
            <a:r>
              <a:rPr lang="en-US" altLang="en-US">
                <a:sym typeface="+mn-ea"/>
              </a:rPr>
              <a:t>    &lt;p class="card-text"&gt;Some quick example text to build on the card title and make up the bulk of the card's content.&lt;/p&gt;</a:t>
            </a:r>
            <a:endParaRPr lang="en-US" altLang="en-US"/>
          </a:p>
          <a:p>
            <a:r>
              <a:rPr lang="en-US" altLang="en-US">
                <a:sym typeface="+mn-ea"/>
              </a:rPr>
              <a:t>    </a:t>
            </a:r>
            <a:endParaRPr lang="en-US"/>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30300" y="304800"/>
            <a:ext cx="11125200" cy="6739255"/>
          </a:xfrm>
          <a:prstGeom prst="rect">
            <a:avLst/>
          </a:prstGeom>
          <a:noFill/>
        </p:spPr>
        <p:txBody>
          <a:bodyPr wrap="square" rtlCol="0">
            <a:spAutoFit/>
          </a:bodyPr>
          <a:p>
            <a:r>
              <a:rPr lang="en-US" altLang="en-US">
                <a:sym typeface="+mn-ea"/>
              </a:rPr>
              <a:t>&lt;a href="#" class="btn btn-info"&gt;Add to cart &lt;/a&gt;</a:t>
            </a:r>
            <a:endParaRPr lang="en-US" altLang="en-US"/>
          </a:p>
          <a:p>
            <a:r>
              <a:rPr lang="en-US" altLang="en-US">
                <a:sym typeface="+mn-ea"/>
              </a:rPr>
              <a:t>    &lt;a href="#" class="btn btn-secondary"&gt;View more&lt;/a&gt;</a:t>
            </a:r>
            <a:endParaRPr lang="en-US" altLang="en-US"/>
          </a:p>
          <a:p>
            <a:r>
              <a:rPr lang="en-US" altLang="en-US">
                <a:sym typeface="+mn-ea"/>
              </a:rPr>
              <a:t>  &lt;/div&gt;</a:t>
            </a:r>
            <a:endParaRPr lang="en-US" altLang="en-US"/>
          </a:p>
          <a:p>
            <a:r>
              <a:rPr lang="en-US" altLang="en-US">
                <a:sym typeface="+mn-ea"/>
              </a:rPr>
              <a:t>&lt;/div&gt;</a:t>
            </a:r>
            <a:endParaRPr lang="en-US" altLang="en-US"/>
          </a:p>
          <a:p>
            <a:r>
              <a:rPr lang="en-US" altLang="en-US">
                <a:sym typeface="+mn-ea"/>
              </a:rPr>
              <a:t>  &lt;/div&gt;</a:t>
            </a:r>
            <a:endParaRPr lang="en-US" altLang="en-US"/>
          </a:p>
          <a:p>
            <a:r>
              <a:rPr lang="en-US" altLang="en-US">
                <a:sym typeface="+mn-ea"/>
              </a:rPr>
              <a:t>&lt;/div&gt;</a:t>
            </a:r>
            <a:endParaRPr lang="en-US" altLang="en-US"/>
          </a:p>
          <a:p>
            <a:r>
              <a:rPr lang="en-US" altLang="en-US">
                <a:sym typeface="+mn-ea"/>
              </a:rPr>
              <a:t>&lt;/div&gt;</a:t>
            </a:r>
            <a:endParaRPr lang="en-US" altLang="en-US"/>
          </a:p>
          <a:p>
            <a:endParaRPr lang="en-US" altLang="en-US"/>
          </a:p>
          <a:p>
            <a:r>
              <a:rPr lang="en-US" altLang="en-US">
                <a:sym typeface="+mn-ea"/>
              </a:rPr>
              <a:t>  &lt;div class="col-md-2 bg-dark p-0"&gt;</a:t>
            </a:r>
            <a:endParaRPr lang="en-US" altLang="en-US"/>
          </a:p>
          <a:p>
            <a:r>
              <a:rPr lang="en-US" altLang="en-US">
                <a:sym typeface="+mn-ea"/>
              </a:rPr>
              <a:t>    &lt;!-- age groups to be dislplayed --&gt;</a:t>
            </a:r>
            <a:endParaRPr lang="en-US" altLang="en-US"/>
          </a:p>
          <a:p>
            <a:r>
              <a:rPr lang="en-US" altLang="en-US">
                <a:sym typeface="+mn-ea"/>
              </a:rPr>
              <a:t>  &lt;ul class="navbar-nav me-auto text-center"&gt;</a:t>
            </a:r>
            <a:endParaRPr lang="en-US" altLang="en-US"/>
          </a:p>
          <a:p>
            <a:r>
              <a:rPr lang="en-US" altLang="en-US">
                <a:sym typeface="+mn-ea"/>
              </a:rPr>
              <a:t>    &lt;li class="nav-item" style="background-color: #7851A9;"&gt;</a:t>
            </a:r>
            <a:endParaRPr lang="en-US" altLang="en-US"/>
          </a:p>
          <a:p>
            <a:r>
              <a:rPr lang="en-US" altLang="en-US">
                <a:sym typeface="+mn-ea"/>
              </a:rPr>
              <a:t>      &lt;a href="#" class="nav-link text-dark"&gt;&lt;h4&gt;Age Groups&lt;/h4&gt;&lt;/a&gt;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text-light"&gt;0-4 months&lt;/a&gt;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text-light"&gt;5-8 months&lt;/a&gt;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text-light"&gt;8-12 months&lt;/a&gt;</a:t>
            </a:r>
            <a:endParaRPr lang="en-US" altLang="en-US"/>
          </a:p>
          <a:p>
            <a:r>
              <a:rPr lang="en-US" altLang="en-US">
                <a:sym typeface="+mn-ea"/>
              </a:rPr>
              <a:t>    &lt;/li&gt;</a:t>
            </a:r>
            <a:endParaRPr lang="en-US" altLang="en-US"/>
          </a:p>
          <a:p>
            <a:r>
              <a:rPr lang="en-US" altLang="en-US">
                <a:sym typeface="+mn-ea"/>
              </a:rPr>
              <a:t>   </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49985" y="498475"/>
            <a:ext cx="10514330" cy="6739255"/>
          </a:xfrm>
          <a:prstGeom prst="rect">
            <a:avLst/>
          </a:prstGeom>
          <a:noFill/>
        </p:spPr>
        <p:txBody>
          <a:bodyPr wrap="square" rtlCol="0">
            <a:spAutoFit/>
          </a:bodyPr>
          <a:p>
            <a:r>
              <a:rPr lang="en-US" altLang="en-US">
                <a:sym typeface="+mn-ea"/>
              </a:rPr>
              <a:t> &lt;li class="nav-item"&gt;</a:t>
            </a:r>
            <a:endParaRPr lang="en-US" altLang="en-US"/>
          </a:p>
          <a:p>
            <a:r>
              <a:rPr lang="en-US" altLang="en-US">
                <a:sym typeface="+mn-ea"/>
              </a:rPr>
              <a:t>      &lt;a href="#" class="nav-link text-light"&gt;1-2 years&lt;/a&gt;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text-light"&gt;3-5 years&lt;/a&gt;</a:t>
            </a:r>
            <a:endParaRPr lang="en-US" altLang="en-US"/>
          </a:p>
          <a:p>
            <a:r>
              <a:rPr lang="en-US" altLang="en-US">
                <a:sym typeface="+mn-ea"/>
              </a:rPr>
              <a:t>    &lt;/li&gt;</a:t>
            </a:r>
            <a:endParaRPr lang="en-US" altLang="en-US"/>
          </a:p>
          <a:p>
            <a:r>
              <a:rPr lang="en-US" altLang="en-US">
                <a:sym typeface="+mn-ea"/>
              </a:rPr>
              <a:t>  &lt;/ul&gt;</a:t>
            </a:r>
            <a:endParaRPr lang="en-US" altLang="en-US"/>
          </a:p>
          <a:p>
            <a:endParaRPr lang="en-US" altLang="en-US"/>
          </a:p>
          <a:p>
            <a:r>
              <a:rPr lang="en-US" altLang="en-US">
                <a:sym typeface="+mn-ea"/>
              </a:rPr>
              <a:t>  &lt;!-- categories to be displayed --&gt;</a:t>
            </a:r>
            <a:endParaRPr lang="en-US" altLang="en-US"/>
          </a:p>
          <a:p>
            <a:r>
              <a:rPr lang="en-US" altLang="en-US">
                <a:sym typeface="+mn-ea"/>
              </a:rPr>
              <a:t>  &lt;ul class="navbar-nav me-auto text-center"&gt;</a:t>
            </a:r>
            <a:endParaRPr lang="en-US" altLang="en-US"/>
          </a:p>
          <a:p>
            <a:r>
              <a:rPr lang="en-US" altLang="en-US">
                <a:sym typeface="+mn-ea"/>
              </a:rPr>
              <a:t>    &lt;li class="nav-item" style="background-color: #7851A9;"&gt;</a:t>
            </a:r>
            <a:endParaRPr lang="en-US" altLang="en-US"/>
          </a:p>
          <a:p>
            <a:r>
              <a:rPr lang="en-US" altLang="en-US">
                <a:sym typeface="+mn-ea"/>
              </a:rPr>
              <a:t>      &lt;a href="#" class="nav-link text-dark"&gt;&lt;h4&gt;Categories&lt;/h4&gt;&lt;/a&gt;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text-light"&gt;categories1&lt;/a&gt;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text-light"&gt;categories2&lt;/a&gt;</a:t>
            </a:r>
            <a:endParaRPr lang="en-US" altLang="en-US"/>
          </a:p>
          <a:p>
            <a:r>
              <a:rPr lang="en-US" altLang="en-US">
                <a:sym typeface="+mn-ea"/>
              </a:rPr>
              <a:t>    &lt;/li&gt;</a:t>
            </a:r>
            <a:endParaRPr lang="en-US" altLang="en-US"/>
          </a:p>
          <a:p>
            <a:r>
              <a:rPr lang="en-US" altLang="en-US">
                <a:sym typeface="+mn-ea"/>
              </a:rPr>
              <a:t>    &lt;li class="nav-item"&gt;</a:t>
            </a:r>
            <a:endParaRPr lang="en-US" altLang="en-US"/>
          </a:p>
          <a:p>
            <a:r>
              <a:rPr lang="en-US" altLang="en-US">
                <a:sym typeface="+mn-ea"/>
              </a:rPr>
              <a:t>      &lt;a href="#" class="nav-link text-light"&gt;categories3&lt;/a&gt;</a:t>
            </a:r>
            <a:endParaRPr lang="en-US" altLang="en-US"/>
          </a:p>
          <a:p>
            <a:r>
              <a:rPr lang="en-US" altLang="en-US">
                <a:sym typeface="+mn-ea"/>
              </a:rPr>
              <a:t>    &lt;/li&gt;</a:t>
            </a:r>
            <a:endParaRPr lang="en-US" altLang="en-US"/>
          </a:p>
          <a:p>
            <a:r>
              <a:rPr lang="en-US" altLang="en-US">
                <a:sym typeface="+mn-ea"/>
              </a:rPr>
              <a:t>   </a:t>
            </a:r>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87425" y="467360"/>
            <a:ext cx="9843135" cy="6185535"/>
          </a:xfrm>
          <a:prstGeom prst="rect">
            <a:avLst/>
          </a:prstGeom>
          <a:noFill/>
        </p:spPr>
        <p:txBody>
          <a:bodyPr wrap="square" rtlCol="0">
            <a:spAutoFit/>
          </a:bodyPr>
          <a:p>
            <a:r>
              <a:rPr lang="en-US" altLang="en-US">
                <a:sym typeface="+mn-ea"/>
              </a:rPr>
              <a:t> &lt;li class="nav-item"&gt;</a:t>
            </a:r>
            <a:endParaRPr lang="en-US" altLang="en-US"/>
          </a:p>
          <a:p>
            <a:r>
              <a:rPr lang="en-US" altLang="en-US">
                <a:sym typeface="+mn-ea"/>
              </a:rPr>
              <a:t>      &lt;a href="#" class="nav-link text-light"&gt;categories4&lt;/a&gt;</a:t>
            </a:r>
            <a:endParaRPr lang="en-US" altLang="en-US"/>
          </a:p>
          <a:p>
            <a:r>
              <a:rPr lang="en-US" altLang="en-US">
                <a:sym typeface="+mn-ea"/>
              </a:rPr>
              <a:t>    &lt;li class="nav-item"&gt;</a:t>
            </a:r>
            <a:endParaRPr lang="en-US" altLang="en-US"/>
          </a:p>
          <a:p>
            <a:r>
              <a:rPr lang="en-US" altLang="en-US">
                <a:sym typeface="+mn-ea"/>
              </a:rPr>
              <a:t>      &lt;a href="#" class="nav-link text-light"&gt;categories5&lt;/a&gt;</a:t>
            </a:r>
            <a:endParaRPr lang="en-US" altLang="en-US"/>
          </a:p>
          <a:p>
            <a:r>
              <a:rPr lang="en-US" altLang="en-US">
                <a:sym typeface="+mn-ea"/>
              </a:rPr>
              <a:t>    &lt;/li&gt;</a:t>
            </a:r>
            <a:endParaRPr lang="en-US" altLang="en-US"/>
          </a:p>
          <a:p>
            <a:r>
              <a:rPr lang="en-US" altLang="en-US">
                <a:sym typeface="+mn-ea"/>
              </a:rPr>
              <a:t>  &lt;/ul&gt;</a:t>
            </a:r>
            <a:endParaRPr lang="en-US" altLang="en-US"/>
          </a:p>
          <a:p>
            <a:r>
              <a:rPr lang="en-US" altLang="en-US">
                <a:sym typeface="+mn-ea"/>
              </a:rPr>
              <a:t>&lt;/div&gt;</a:t>
            </a:r>
            <a:endParaRPr lang="en-US" altLang="en-US"/>
          </a:p>
          <a:p>
            <a:r>
              <a:rPr lang="en-US" altLang="en-US">
                <a:sym typeface="+mn-ea"/>
              </a:rPr>
              <a:t>&lt;/div&gt;</a:t>
            </a:r>
            <a:endParaRPr lang="en-US" altLang="en-US"/>
          </a:p>
          <a:p>
            <a:endParaRPr lang="en-US" altLang="en-US"/>
          </a:p>
          <a:p>
            <a:r>
              <a:rPr lang="en-US" altLang="en-US">
                <a:sym typeface="+mn-ea"/>
              </a:rPr>
              <a:t>&lt;!-- last child --&gt;</a:t>
            </a:r>
            <a:endParaRPr lang="en-US" altLang="en-US"/>
          </a:p>
          <a:p>
            <a:r>
              <a:rPr lang="en-US" altLang="en-US">
                <a:sym typeface="+mn-ea"/>
              </a:rPr>
              <a:t> &lt;div class="bg-black p-3 text-center text-light"&gt;</a:t>
            </a:r>
            <a:endParaRPr lang="en-US" altLang="en-US"/>
          </a:p>
          <a:p>
            <a:r>
              <a:rPr lang="en-US" altLang="en-US">
                <a:sym typeface="+mn-ea"/>
              </a:rPr>
              <a:t>    &lt;p&gt;ALL RIGHTS RESERVED &amp;copy;- DESIGNED BY MILLEE&lt;/p&gt;</a:t>
            </a:r>
            <a:endParaRPr lang="en-US" altLang="en-US"/>
          </a:p>
          <a:p>
            <a:r>
              <a:rPr lang="en-US" altLang="en-US">
                <a:sym typeface="+mn-ea"/>
              </a:rPr>
              <a:t> &lt;/div&gt;</a:t>
            </a:r>
            <a:endParaRPr lang="en-US" altLang="en-US"/>
          </a:p>
          <a:p>
            <a:r>
              <a:rPr lang="en-US" altLang="en-US">
                <a:sym typeface="+mn-ea"/>
              </a:rPr>
              <a:t>    &lt;/div&gt;</a:t>
            </a:r>
            <a:endParaRPr lang="en-US" altLang="en-US"/>
          </a:p>
          <a:p>
            <a:endParaRPr lang="en-US" altLang="en-US"/>
          </a:p>
          <a:p>
            <a:r>
              <a:rPr lang="en-US" altLang="en-US">
                <a:sym typeface="+mn-ea"/>
              </a:rPr>
              <a:t>&lt;!-- bootstrap js link --&gt;</a:t>
            </a:r>
            <a:endParaRPr lang="en-US" altLang="en-US"/>
          </a:p>
          <a:p>
            <a:r>
              <a:rPr lang="en-US" altLang="en-US">
                <a:sym typeface="+mn-ea"/>
              </a:rPr>
              <a:t>&lt;script src="https://cdn.jsdelivr.net/npm/bootstrap@5.1.3/dist/js/bootstrap.bundle.min.js" integrity="sha384-ka7Sk0Gln4gmtz2MlQnikT1wXgYsOg+OMhuP+IlRH9sENBO0LRn5q+8nbTov4+1p" crossorigin="anonymous"&gt;&lt;/script&gt;</a:t>
            </a:r>
            <a:endParaRPr lang="en-US" altLang="en-US"/>
          </a:p>
          <a:p>
            <a:r>
              <a:rPr lang="en-US" altLang="en-US">
                <a:sym typeface="+mn-ea"/>
              </a:rPr>
              <a:t>&lt;/body&gt;</a:t>
            </a:r>
            <a:endParaRPr lang="en-US" altLang="en-US"/>
          </a:p>
          <a:p>
            <a:r>
              <a:rPr lang="en-US" altLang="en-US">
                <a:sym typeface="+mn-ea"/>
              </a:rPr>
              <a:t>&lt;/html&gt;</a:t>
            </a:r>
            <a:endParaRPr lang="en-US" altLang="en-US"/>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796030" y="223520"/>
            <a:ext cx="4064000" cy="491490"/>
          </a:xfrm>
          <a:prstGeom prst="rect">
            <a:avLst/>
          </a:prstGeom>
          <a:noFill/>
        </p:spPr>
        <p:txBody>
          <a:bodyPr wrap="square" rtlCol="0">
            <a:spAutoFit/>
          </a:bodyPr>
          <a:p>
            <a:pPr algn="ctr"/>
            <a:r>
              <a:rPr lang="en-IN" altLang="en-US" sz="2600" b="1">
                <a:latin typeface="Times New Roman" panose="02020603050405020304" charset="0"/>
                <a:cs typeface="Times New Roman" panose="02020603050405020304" charset="0"/>
              </a:rPr>
              <a:t>SCREENSHOTS</a:t>
            </a:r>
            <a:endParaRPr lang="en-IN" altLang="en-US" sz="2600" b="1">
              <a:latin typeface="Times New Roman" panose="02020603050405020304" charset="0"/>
              <a:cs typeface="Times New Roman" panose="02020603050405020304" charset="0"/>
            </a:endParaRPr>
          </a:p>
        </p:txBody>
      </p:sp>
      <p:pic>
        <p:nvPicPr>
          <p:cNvPr id="5" name="Picture 4" descr="C:\Users\millee\OneDrive\Pictures\Screenshots\Screenshot 2025-01-06 235722.pngScreenshot 2025-01-06 235722"/>
          <p:cNvPicPr>
            <a:picLocks noChangeAspect="1"/>
          </p:cNvPicPr>
          <p:nvPr/>
        </p:nvPicPr>
        <p:blipFill>
          <a:blip r:embed="rId1"/>
          <a:srcRect l="5" r="5"/>
          <a:stretch>
            <a:fillRect/>
          </a:stretch>
        </p:blipFill>
        <p:spPr>
          <a:xfrm>
            <a:off x="1009015" y="745490"/>
            <a:ext cx="10361930" cy="58286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C:\Users\millee\OneDrive\Pictures\Screenshots\Screenshot 2025-01-06 235736.pngScreenshot 2025-01-06 235736"/>
          <p:cNvPicPr>
            <a:picLocks noChangeAspect="1"/>
          </p:cNvPicPr>
          <p:nvPr>
            <p:ph idx="1"/>
          </p:nvPr>
        </p:nvPicPr>
        <p:blipFill>
          <a:blip r:embed="rId1"/>
          <a:srcRect l="697" r="697"/>
          <a:stretch>
            <a:fillRect/>
          </a:stretch>
        </p:blipFill>
        <p:spPr>
          <a:xfrm>
            <a:off x="363220" y="158750"/>
            <a:ext cx="11513820" cy="6540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06 084519"/>
          <p:cNvPicPr>
            <a:picLocks noChangeAspect="1"/>
          </p:cNvPicPr>
          <p:nvPr/>
        </p:nvPicPr>
        <p:blipFill>
          <a:blip r:embed="rId1"/>
          <a:stretch>
            <a:fillRect/>
          </a:stretch>
        </p:blipFill>
        <p:spPr>
          <a:xfrm>
            <a:off x="287655" y="152400"/>
            <a:ext cx="11616690" cy="65341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5-01-06 084606"/>
          <p:cNvPicPr>
            <a:picLocks noChangeAspect="1"/>
          </p:cNvPicPr>
          <p:nvPr>
            <p:ph idx="1"/>
          </p:nvPr>
        </p:nvPicPr>
        <p:blipFill>
          <a:blip r:embed="rId1"/>
          <a:stretch>
            <a:fillRect/>
          </a:stretch>
        </p:blipFill>
        <p:spPr>
          <a:xfrm>
            <a:off x="320993" y="179705"/>
            <a:ext cx="11550015" cy="64979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06 084631"/>
          <p:cNvPicPr>
            <a:picLocks noChangeAspect="1"/>
          </p:cNvPicPr>
          <p:nvPr/>
        </p:nvPicPr>
        <p:blipFill>
          <a:blip r:embed="rId1"/>
          <a:stretch>
            <a:fillRect/>
          </a:stretch>
        </p:blipFill>
        <p:spPr>
          <a:xfrm>
            <a:off x="287020" y="178435"/>
            <a:ext cx="11617960" cy="653605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06 084647"/>
          <p:cNvPicPr>
            <a:picLocks noChangeAspect="1"/>
          </p:cNvPicPr>
          <p:nvPr/>
        </p:nvPicPr>
        <p:blipFill>
          <a:blip r:embed="rId1"/>
          <a:stretch>
            <a:fillRect/>
          </a:stretch>
        </p:blipFill>
        <p:spPr>
          <a:xfrm>
            <a:off x="301625" y="184150"/>
            <a:ext cx="11588750" cy="651891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1-06 085025"/>
          <p:cNvPicPr>
            <a:picLocks noChangeAspect="1"/>
          </p:cNvPicPr>
          <p:nvPr/>
        </p:nvPicPr>
        <p:blipFill>
          <a:blip r:embed="rId1"/>
          <a:stretch>
            <a:fillRect/>
          </a:stretch>
        </p:blipFill>
        <p:spPr>
          <a:xfrm>
            <a:off x="303530" y="170815"/>
            <a:ext cx="11612880" cy="65322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6600" y="2613660"/>
            <a:ext cx="10515600" cy="1325563"/>
          </a:xfrm>
        </p:spPr>
        <p:txBody>
          <a:bodyPr/>
          <a:p>
            <a:pPr algn="ctr"/>
            <a:r>
              <a:rPr lang="en-IN" altLang="en-US" sz="4000" b="1">
                <a:latin typeface="Times New Roman" panose="02020603050405020304" charset="0"/>
                <a:cs typeface="Times New Roman" panose="02020603050405020304" charset="0"/>
              </a:rPr>
              <a:t>THANK YOU</a:t>
            </a:r>
            <a:endParaRPr lang="en-IN" altLang="en-US" sz="4000" b="1">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TABLE_ENDDRAG_ORIGIN_RECT" val="733*454"/>
  <p:tag name="TABLE_ENDDRAG_RECT" val="112*48*733*454"/>
</p:tagLst>
</file>

<file path=ppt/tags/tag2.xml><?xml version="1.0" encoding="utf-8"?>
<p:tagLst xmlns:p="http://schemas.openxmlformats.org/presentationml/2006/main">
  <p:tag name="TABLE_ENDDRAG_ORIGIN_RECT" val="657*118"/>
  <p:tag name="TABLE_ENDDRAG_RECT" val="122*71*657*118"/>
</p:tagLst>
</file>

<file path=ppt/tags/tag3.xml><?xml version="1.0" encoding="utf-8"?>
<p:tagLst xmlns:p="http://schemas.openxmlformats.org/presentationml/2006/main">
  <p:tag name="TABLE_ENDDRAG_ORIGIN_RECT" val="655*131"/>
  <p:tag name="TABLE_ENDDRAG_RECT" val="127*241*655*131"/>
</p:tagLst>
</file>

<file path=ppt/tags/tag4.xml><?xml version="1.0" encoding="utf-8"?>
<p:tagLst xmlns:p="http://schemas.openxmlformats.org/presentationml/2006/main">
  <p:tag name="TABLE_ENDDRAG_ORIGIN_RECT" val="708*356"/>
  <p:tag name="TABLE_ENDDRAG_RECT" val="122*71*708*356"/>
</p:tagLst>
</file>

<file path=ppt/tags/tag5.xml><?xml version="1.0" encoding="utf-8"?>
<p:tagLst xmlns:p="http://schemas.openxmlformats.org/presentationml/2006/main">
  <p:tag name="TABLE_ENDDRAG_ORIGIN_RECT" val="644*136"/>
  <p:tag name="TABLE_ENDDRAG_RECT" val="141*52*644*136"/>
</p:tagLst>
</file>

<file path=ppt/tags/tag6.xml><?xml version="1.0" encoding="utf-8"?>
<p:tagLst xmlns:p="http://schemas.openxmlformats.org/presentationml/2006/main">
  <p:tag name="TABLE_ENDDRAG_ORIGIN_RECT" val="650*278"/>
  <p:tag name="TABLE_ENDDRAG_RECT" val="141*244*650*278"/>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11782</Words>
  <Application>WPS Slides</Application>
  <PresentationFormat>Widescreen</PresentationFormat>
  <Paragraphs>675</Paragraphs>
  <Slides>34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Arial</vt:lpstr>
      <vt:lpstr>SimSun</vt:lpstr>
      <vt:lpstr>Wingdings</vt:lpstr>
      <vt:lpstr>Times New Roman</vt:lpstr>
      <vt:lpstr>Wingdings</vt:lpstr>
      <vt:lpstr>Microsoft YaHei</vt:lpstr>
      <vt:lpstr>Arial Unicode MS</vt:lpstr>
      <vt:lpstr>Calibri</vt:lpstr>
      <vt:lpstr>Times New Roman</vt:lpstr>
      <vt:lpstr>Default Design</vt:lpstr>
      <vt:lpstr>TENDER TOUCH</vt:lpstr>
      <vt:lpstr>ABSTRACT</vt:lpstr>
      <vt:lpstr>SYSTEM ANALYSIS</vt:lpstr>
      <vt:lpstr>SYSTEM CONFIGURATION</vt:lpstr>
      <vt:lpstr>MODULES</vt:lpstr>
      <vt:lpstr>MODULE DESCRIPTIONS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IMPLEMENTATION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TENDER TOUCH</dc:title>
  <dc:creator/>
  <cp:lastModifiedBy>millee</cp:lastModifiedBy>
  <cp:revision>15</cp:revision>
  <dcterms:created xsi:type="dcterms:W3CDTF">2025-01-02T20:19:00Z</dcterms:created>
  <dcterms:modified xsi:type="dcterms:W3CDTF">2025-04-07T18:22:37Z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1A76DE52B116452E8CD17B089AC2A50D_11</vt:lpwstr>
  </property>
  <property fmtid="{D5CDD505-2E9C-101B-9397-08002B2CF9AE}" pid="3" name="KSOProductBuildVer">
    <vt:lpwstr>1033-12.2.0.20782</vt:lpwstr>
  </property>
</Properties>
</file>